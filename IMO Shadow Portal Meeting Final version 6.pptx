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9_474905A1.xml" ContentType="application/vnd.ms-powerpoint.comments+xml"/>
  <Override PartName="/ppt/comments/modernComment_104_40A0C0D2.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916" r:id="rId4"/>
  </p:sldMasterIdLst>
  <p:notesMasterIdLst>
    <p:notesMasterId r:id="rId49"/>
  </p:notesMasterIdLst>
  <p:handoutMasterIdLst>
    <p:handoutMasterId r:id="rId50"/>
  </p:handoutMasterIdLst>
  <p:sldIdLst>
    <p:sldId id="2145705390" r:id="rId5"/>
    <p:sldId id="2147483609" r:id="rId6"/>
    <p:sldId id="2279" r:id="rId7"/>
    <p:sldId id="2147483610" r:id="rId8"/>
    <p:sldId id="2147483611" r:id="rId9"/>
    <p:sldId id="2147483643" r:id="rId10"/>
    <p:sldId id="2147483644" r:id="rId11"/>
    <p:sldId id="2147483614" r:id="rId12"/>
    <p:sldId id="2147483618" r:id="rId13"/>
    <p:sldId id="2147483616" r:id="rId14"/>
    <p:sldId id="2147483617" r:id="rId15"/>
    <p:sldId id="2147483622" r:id="rId16"/>
    <p:sldId id="2147483636" r:id="rId17"/>
    <p:sldId id="2147483623" r:id="rId18"/>
    <p:sldId id="2147483624" r:id="rId19"/>
    <p:sldId id="2147483625" r:id="rId20"/>
    <p:sldId id="2147483626" r:id="rId21"/>
    <p:sldId id="2147483627" r:id="rId22"/>
    <p:sldId id="2147483628" r:id="rId23"/>
    <p:sldId id="2147483631" r:id="rId24"/>
    <p:sldId id="2147483632" r:id="rId25"/>
    <p:sldId id="2147483642" r:id="rId26"/>
    <p:sldId id="266" r:id="rId27"/>
    <p:sldId id="267" r:id="rId28"/>
    <p:sldId id="2147483634" r:id="rId29"/>
    <p:sldId id="2147483633" r:id="rId30"/>
    <p:sldId id="2147483640" r:id="rId31"/>
    <p:sldId id="264" r:id="rId32"/>
    <p:sldId id="265" r:id="rId33"/>
    <p:sldId id="259" r:id="rId34"/>
    <p:sldId id="260" r:id="rId35"/>
    <p:sldId id="2147483613" r:id="rId36"/>
    <p:sldId id="2147483619" r:id="rId37"/>
    <p:sldId id="2147483620" r:id="rId38"/>
    <p:sldId id="2147483645" r:id="rId39"/>
    <p:sldId id="2147483646" r:id="rId40"/>
    <p:sldId id="2147483647" r:id="rId41"/>
    <p:sldId id="256" r:id="rId42"/>
    <p:sldId id="257" r:id="rId43"/>
    <p:sldId id="258" r:id="rId44"/>
    <p:sldId id="261" r:id="rId45"/>
    <p:sldId id="262" r:id="rId46"/>
    <p:sldId id="263" r:id="rId47"/>
    <p:sldId id="446" r:id="rId48"/>
  </p:sldIdLst>
  <p:sldSz cx="12192000" cy="6858000"/>
  <p:notesSz cx="7315200" cy="9601200"/>
  <p:custDataLst>
    <p:tags r:id="rId5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2" orient="horz" pos="1207" userDrawn="1">
          <p15:clr>
            <a:srgbClr val="A4A3A4"/>
          </p15:clr>
        </p15:guide>
        <p15:guide id="13" orient="horz" pos="3793" userDrawn="1">
          <p15:clr>
            <a:srgbClr val="A4A3A4"/>
          </p15:clr>
        </p15:guide>
        <p15:guide id="16" orient="horz" pos="1003" userDrawn="1">
          <p15:clr>
            <a:srgbClr val="A4A3A4"/>
          </p15:clr>
        </p15:guide>
        <p15:guide id="18" pos="1255" userDrawn="1">
          <p15:clr>
            <a:srgbClr val="A4A3A4"/>
          </p15:clr>
        </p15:guide>
        <p15:guide id="19" pos="2797" userDrawn="1">
          <p15:clr>
            <a:srgbClr val="A4A3A4"/>
          </p15:clr>
        </p15:guide>
        <p15:guide id="20" pos="4158" userDrawn="1">
          <p15:clr>
            <a:srgbClr val="A4A3A4"/>
          </p15:clr>
        </p15:guide>
        <p15:guide id="21" pos="6176" userDrawn="1">
          <p15:clr>
            <a:srgbClr val="A4A3A4"/>
          </p15:clr>
        </p15:guide>
        <p15:guide id="22" pos="288" userDrawn="1">
          <p15:clr>
            <a:srgbClr val="A4A3A4"/>
          </p15:clr>
        </p15:guide>
        <p15:guide id="23" orient="horz" pos="1026"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2" name="Author" initials="A" lastIdx="0" clrIdx="1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000"/>
    <a:srgbClr val="DAF1FF"/>
    <a:srgbClr val="F46D30"/>
    <a:srgbClr val="5E97BD"/>
    <a:srgbClr val="3B81AE"/>
    <a:srgbClr val="005B96"/>
    <a:srgbClr val="004471"/>
    <a:srgbClr val="D1EDFF"/>
    <a:srgbClr val="FFF1D9"/>
    <a:srgbClr val="EDF8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2049" autoAdjust="0"/>
  </p:normalViewPr>
  <p:slideViewPr>
    <p:cSldViewPr snapToGrid="0">
      <p:cViewPr>
        <p:scale>
          <a:sx n="58" d="100"/>
          <a:sy n="58" d="100"/>
        </p:scale>
        <p:origin x="1028" y="48"/>
      </p:cViewPr>
      <p:guideLst>
        <p:guide orient="horz" pos="1207"/>
        <p:guide orient="horz" pos="3793"/>
        <p:guide orient="horz" pos="1003"/>
        <p:guide pos="1255"/>
        <p:guide pos="2797"/>
        <p:guide pos="4158"/>
        <p:guide pos="6176"/>
        <p:guide pos="288"/>
        <p:guide orient="horz" pos="102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2636" y="-14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57"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s>
</file>

<file path=ppt/comments/modernComment_104_40A0C0D2.xml><?xml version="1.0" encoding="utf-8"?>
<p188:cmLst xmlns:a="http://schemas.openxmlformats.org/drawingml/2006/main" xmlns:r="http://schemas.openxmlformats.org/officeDocument/2006/relationships" xmlns:p188="http://schemas.microsoft.com/office/powerpoint/2018/8/main">
  <p188:cm id="{44749FED-9DC8-48B6-AF56-4C2C2E10F97A}" authorId="{00000000-0000-0000-0000-000000000000}" created="2026-08-20T07:03:56.823">
    <pc:sldMkLst xmlns:pc="http://schemas.microsoft.com/office/powerpoint/2013/main/command">
      <pc:docMk/>
      <pc:sldMk cId="1084276946" sldId="260"/>
    </pc:sldMkLst>
    <p188:txBody>
      <a:bodyPr/>
      <a:lstStyle/>
      <a:p>
        <a:r>
          <a:rPr lang="en-IN"/>
          <a:t>1. Representation Planning &amp; Session Preparation
Role: Delegation Leader, Coordinator
Description: The approved agenda-wise stance, briefing materials, and participation strategy are prepared for the IMO session.</a:t>
        </a:r>
      </a:p>
    </p188:txBody>
    <p188:extLst>
      <p:ext xmlns:p="http://schemas.openxmlformats.org/presentationml/2006/main" uri="{5BB2D875-25FF-4072-B9AC-8F64D62656EB}">
        <p228:taskDetails xmlns:p228="http://schemas.microsoft.com/office/powerpoint/2022/08/main">
          <p228:history/>
        </p228:taskDetails>
      </p:ext>
    </p188:extLst>
  </p188:cm>
  <p188:cm id="{6C85E625-DAF3-4AF4-9FFA-721943064DF2}" authorId="{00000000-0000-0000-0000-000000000000}" created="2026-08-20T07:05:24.944">
    <pc:sldMkLst xmlns:pc="http://schemas.microsoft.com/office/powerpoint/2013/main/command">
      <pc:docMk/>
      <pc:sldMk cId="1084276946" sldId="260"/>
    </pc:sldMkLst>
    <p188:txBody>
      <a:bodyPr/>
      <a:lstStyle/>
      <a:p>
        <a:r>
          <a:rPr lang="en-IN"/>
          <a:t>2. Presentation &amp; Intervention Repository
Role: Presenters, Delegates, Committee Members
Description: Presenters upload presentations, PDFs, speaking notes, intervention papers, and supporting material to be used during discussions and deliberations.</a:t>
        </a:r>
      </a:p>
    </p188:txBody>
    <p188:extLst>
      <p:ext xmlns:p="http://schemas.openxmlformats.org/presentationml/2006/main" uri="{5BB2D875-25FF-4072-B9AC-8F64D62656EB}">
        <p228:taskDetails xmlns:p228="http://schemas.microsoft.com/office/powerpoint/2022/08/main">
          <p228:history/>
        </p228:taskDetails>
      </p:ext>
    </p188:extLst>
  </p188:cm>
  <p188:cm id="{218AFB4B-F370-4045-961B-51F302C6A3DC}" authorId="{00000000-0000-0000-0000-000000000000}" created="2026-08-20T07:05:41.935">
    <pc:sldMkLst xmlns:pc="http://schemas.microsoft.com/office/powerpoint/2013/main/command">
      <pc:docMk/>
      <pc:sldMk cId="1084276946" sldId="260"/>
    </pc:sldMkLst>
    <p188:txBody>
      <a:bodyPr/>
      <a:lstStyle/>
      <a:p>
        <a:r>
          <a:rPr lang="en-IN"/>
          <a:t>3. Discussion Pointers &amp; Speaking Brief Development
Role: Delegation Leader, Presenters, Subject Matter Experts
Description: Key discussion points, negotiation positions, talking points, and agenda-wise intervention briefs are created and finalized for delegation use.</a:t>
        </a:r>
      </a:p>
    </p188:txBody>
    <p188:extLst>
      <p:ext xmlns:p="http://schemas.openxmlformats.org/presentationml/2006/main" uri="{5BB2D875-25FF-4072-B9AC-8F64D62656EB}">
        <p228:taskDetails xmlns:p228="http://schemas.microsoft.com/office/powerpoint/2022/08/main">
          <p228:history/>
        </p228:taskDetails>
      </p:ext>
    </p188:extLst>
  </p188:cm>
  <p188:cm id="{7D0A1DC1-95F2-417E-8CE7-2D81DCED4C36}" authorId="{00000000-0000-0000-0000-000000000000}" created="2026-08-20T07:06:00.787">
    <pc:sldMkLst xmlns:pc="http://schemas.microsoft.com/office/powerpoint/2013/main/command">
      <pc:docMk/>
      <pc:sldMk cId="1084276946" sldId="260"/>
    </pc:sldMkLst>
    <p188:txBody>
      <a:bodyPr/>
      <a:lstStyle/>
      <a:p>
        <a:r>
          <a:rPr lang="en-IN"/>
          <a:t>4. IMO Session Participation
Role: Delegation Leader, Delegates
Description: Delegates participate in IMO discussions, present India's views, deliver interventions, and engage with member states and working groups.</a:t>
        </a:r>
      </a:p>
    </p188:txBody>
    <p188:extLst>
      <p:ext xmlns:p="http://schemas.openxmlformats.org/presentationml/2006/main" uri="{5BB2D875-25FF-4072-B9AC-8F64D62656EB}">
        <p228:taskDetails xmlns:p228="http://schemas.microsoft.com/office/powerpoint/2022/08/main">
          <p228:history/>
        </p228:taskDetails>
      </p:ext>
    </p188:extLst>
  </p188:cm>
  <p188:cm id="{FAA12892-BFC7-4C5B-96C2-91ACE7C85CFB}" authorId="{00000000-0000-0000-0000-000000000000}" created="2026-08-20T07:06:16.910">
    <pc:sldMkLst xmlns:pc="http://schemas.microsoft.com/office/powerpoint/2013/main/command">
      <pc:docMk/>
      <pc:sldMk cId="1084276946" sldId="260"/>
    </pc:sldMkLst>
    <p188:txBody>
      <a:bodyPr/>
      <a:lstStyle/>
      <a:p>
        <a:r>
          <a:rPr lang="en-IN"/>
          <a:t>5. Decision &amp; Outcome Capture
Role: Delegates, Coordinator
Description: Key decisions, resolutions, agreed actions, and agenda-wise outcomes from the session are recorded and consolidated.</a:t>
        </a:r>
      </a:p>
    </p188:txBody>
    <p188:extLst>
      <p:ext xmlns:p="http://schemas.openxmlformats.org/presentationml/2006/main" uri="{5BB2D875-25FF-4072-B9AC-8F64D62656EB}">
        <p228:taskDetails xmlns:p228="http://schemas.microsoft.com/office/powerpoint/2022/08/main">
          <p228:history/>
        </p228:taskDetails>
      </p:ext>
    </p188:extLst>
  </p188:cm>
  <p188:cm id="{61478BCE-32B5-4859-B478-BF0255A9793E}" authorId="{00000000-0000-0000-0000-000000000000}" created="2026-08-20T07:06:43.212">
    <pc:sldMkLst xmlns:pc="http://schemas.microsoft.com/office/powerpoint/2013/main/command">
      <pc:docMk/>
      <pc:sldMk cId="1084276946" sldId="260"/>
    </pc:sldMkLst>
    <p188:txBody>
      <a:bodyPr/>
      <a:lstStyle/>
      <a:p>
        <a:r>
          <a:rPr lang="en-IN"/>
          <a:t>6. Supporting Evidence &amp; Media Management
Role: Delegates, Support Staff
Description: Meeting photographs, supporting documents, intervention records, reference materials, and session artifacts are uploaded and tagged for future reference.</a:t>
        </a:r>
      </a:p>
    </p188:txBody>
    <p188:extLst>
      <p:ext xmlns:p="http://schemas.openxmlformats.org/presentationml/2006/main" uri="{5BB2D875-25FF-4072-B9AC-8F64D62656EB}">
        <p228:taskDetails xmlns:p228="http://schemas.microsoft.com/office/powerpoint/2022/08/main">
          <p228:history/>
        </p228:taskDetails>
      </p:ext>
    </p188:extLst>
  </p188:cm>
  <p188:cm id="{858C693E-E0D2-4C66-BEBF-AB5B2537CABA}" authorId="{00000000-0000-0000-0000-000000000000}" created="2026-08-20T07:08:28.979">
    <pc:sldMkLst xmlns:pc="http://schemas.microsoft.com/office/powerpoint/2013/main/command">
      <pc:docMk/>
      <pc:sldMk cId="1084276946" sldId="260"/>
    </pc:sldMkLst>
    <p188:txBody>
      <a:bodyPr/>
      <a:lstStyle/>
      <a:p>
        <a:r>
          <a:rPr lang="en-IN"/>
          <a:t>7. Final Report Generation &amp; Distribution
Role: Coordinator, Delegation Leader
Description: A comprehensive IMO participation report is generated consolidating discussions, interventions, decisions, outcomes, and supporting materials, with download functionality for stakeholders.</a:t>
        </a:r>
      </a:p>
    </p188:txBody>
    <p188:extLst>
      <p:ext xmlns:p="http://schemas.openxmlformats.org/presentationml/2006/main" uri="{5BB2D875-25FF-4072-B9AC-8F64D62656EB}">
        <p228:taskDetails xmlns:p228="http://schemas.microsoft.com/office/powerpoint/2022/08/main">
          <p228:history/>
        </p228:taskDetails>
      </p:ext>
    </p188:extLst>
  </p188:cm>
  <p188:cm id="{C64B5CAB-BA00-41A2-BC10-152FCED59416}" authorId="{00000000-0000-0000-0000-000000000000}" created="2026-08-20T07:09:08.670">
    <pc:sldMkLst xmlns:pc="http://schemas.microsoft.com/office/powerpoint/2013/main/command">
      <pc:docMk/>
      <pc:sldMk cId="1084276946" sldId="260"/>
    </pc:sldMkLst>
    <p188:txBody>
      <a:bodyPr/>
      <a:lstStyle/>
      <a:p>
        <a:r>
          <a:rPr lang="en-IN"/>
          <a:t>8. Action Taken Report (ATR) Management
Role: Coordinator, Nodal Officers, Committee Members
Description: Post-session action items are assigned, tracked, and monitored through an Action Taken Report (ATR) until closure.</a:t>
        </a:r>
      </a:p>
    </p188:txBody>
    <p188:extLst>
      <p:ext xmlns:p="http://schemas.openxmlformats.org/presentationml/2006/main" uri="{5BB2D875-25FF-4072-B9AC-8F64D62656EB}">
        <p228:taskDetails xmlns:p228="http://schemas.microsoft.com/office/powerpoint/2022/08/main">
          <p228:history/>
        </p228:taskDetails>
      </p:ext>
    </p188:extLst>
  </p188:cm>
  <p188:cm id="{C7F743EA-EBFA-4E95-8713-DFA0AE52FF4B}" authorId="{00000000-0000-0000-0000-000000000000}" created="2026-08-20T07:09:25.322">
    <pc:sldMkLst xmlns:pc="http://schemas.microsoft.com/office/powerpoint/2013/main/command">
      <pc:docMk/>
      <pc:sldMk cId="1084276946" sldId="260"/>
    </pc:sldMkLst>
    <p188:txBody>
      <a:bodyPr/>
      <a:lstStyle/>
      <a:p>
        <a:r>
          <a:rPr lang="en-IN"/>
          <a:t>9. Archival &amp; Knowledge Repository
Role: Administrator, Super User
Description: Final reports, ATRs, photographs, presentations, decisions, and supporting documents are archived in a searchable repository for future IMO engagements.</a:t>
        </a:r>
      </a:p>
    </p188:txBody>
    <p188:extLst>
      <p:ext xmlns:p="http://schemas.openxmlformats.org/presentationml/2006/main" uri="{5BB2D875-25FF-4072-B9AC-8F64D62656EB}">
        <p228:taskDetails xmlns:p228="http://schemas.microsoft.com/office/powerpoint/2022/08/main">
          <p228:history/>
        </p228:taskDetails>
      </p:ext>
    </p188:extLst>
  </p188:cm>
</p188:cmLst>
</file>

<file path=ppt/comments/modernComment_109_474905A1.xml><?xml version="1.0" encoding="utf-8"?>
<p188:cmLst xmlns:a="http://schemas.openxmlformats.org/drawingml/2006/main" xmlns:r="http://schemas.openxmlformats.org/officeDocument/2006/relationships" xmlns:p188="http://schemas.microsoft.com/office/powerpoint/2018/8/main">
  <p188:cm id="{2C831965-3A1B-4F61-93F9-4B90725CD6B7}" authorId="{00000000-0000-0000-0000-000000000000}" created="2026-08-21T10:46:35.338">
    <pc:sldMkLst xmlns:pc="http://schemas.microsoft.com/office/powerpoint/2013/main/command">
      <pc:docMk/>
      <pc:sldMk cId="1195967905" sldId="265"/>
    </pc:sldMkLst>
    <p188:txBody>
      <a:bodyPr/>
      <a:lstStyle/>
      <a:p>
        <a:r>
          <a:rPr lang="en-IN"/>
          <a:t>1. IMO Document Upload
Role: Administrator, Coordinator
Description: The document identified for review is uploaded to the IMO Shadow Committee Portal and made available to all authorized users.</a:t>
        </a:r>
      </a:p>
    </p188:txBody>
    <p188:extLst>
      <p:ext xmlns:p="http://schemas.openxmlformats.org/presentationml/2006/main" uri="{5BB2D875-25FF-4072-B9AC-8F64D62656EB}">
        <p228:taskDetails xmlns:p228="http://schemas.microsoft.com/office/powerpoint/2022/08/main">
          <p228:history/>
        </p228:taskDetails>
      </p:ext>
    </p188:extLst>
  </p188:cm>
  <p188:cm id="{B768B2A8-B08D-4914-9FE2-D5F09FB86078}" authorId="{00000000-0000-0000-0000-000000000000}" created="2026-08-21T10:46:56.999">
    <pc:sldMkLst xmlns:pc="http://schemas.microsoft.com/office/powerpoint/2013/main/command">
      <pc:docMk/>
      <pc:sldMk cId="1195967905" sldId="265"/>
    </pc:sldMkLst>
    <p188:txBody>
      <a:bodyPr/>
      <a:lstStyle/>
      <a:p>
        <a:r>
          <a:rPr lang="en-IN"/>
          <a:t>2. Document Access &amp; Review
Role: All Users
Description: Users access the document, review its contents, and analyze agenda-specific topics and proposals.</a:t>
        </a:r>
      </a:p>
    </p188:txBody>
    <p188:extLst>
      <p:ext xmlns:p="http://schemas.openxmlformats.org/presentationml/2006/main" uri="{5BB2D875-25FF-4072-B9AC-8F64D62656EB}">
        <p228:taskDetails xmlns:p228="http://schemas.microsoft.com/office/powerpoint/2022/08/main">
          <p228:history/>
        </p228:taskDetails>
      </p:ext>
    </p188:extLst>
  </p188:cm>
  <p188:cm id="{34C6134C-C950-44A5-AD61-6A28EA3610E1}" authorId="{00000000-0000-0000-0000-000000000000}" created="2026-08-21T10:47:10.035">
    <pc:sldMkLst xmlns:pc="http://schemas.microsoft.com/office/powerpoint/2013/main/command">
      <pc:docMk/>
      <pc:sldMk cId="1195967905" sldId="265"/>
    </pc:sldMkLst>
    <p188:txBody>
      <a:bodyPr/>
      <a:lstStyle/>
      <a:p>
        <a:r>
          <a:rPr lang="en-IN"/>
          <a:t>3. Feedback &amp; Suggestion Submission
Role: All Users
Description: Users add comments, feedback, recommendations, and proposed changes against the document.</a:t>
        </a:r>
      </a:p>
    </p188:txBody>
    <p188:extLst>
      <p:ext xmlns:p="http://schemas.openxmlformats.org/presentationml/2006/main" uri="{5BB2D875-25FF-4072-B9AC-8F64D62656EB}">
        <p228:taskDetails xmlns:p228="http://schemas.microsoft.com/office/powerpoint/2022/08/main">
          <p228:history/>
        </p228:taskDetails>
      </p:ext>
    </p188:extLst>
  </p188:cm>
  <p188:cm id="{C8CDBFB6-8451-4BF2-83F8-58FC211DC5EA}" authorId="{00000000-0000-0000-0000-000000000000}" created="2026-08-21T10:47:41.185">
    <pc:sldMkLst xmlns:pc="http://schemas.microsoft.com/office/powerpoint/2013/main/command">
      <pc:docMk/>
      <pc:sldMk cId="1195967905" sldId="265"/>
    </pc:sldMkLst>
    <p188:txBody>
      <a:bodyPr/>
      <a:lstStyle/>
      <a:p>
        <a:r>
          <a:rPr lang="en-IN"/>
          <a:t>4. Reviewer Assignment
Role: Suggestion Owner, Administrator
Description: The user submitting a suggestion may nominate a reviewer; if no reviewer is assigned, the Administrator acts as the default reviewer.</a:t>
        </a:r>
      </a:p>
    </p188:txBody>
    <p188:extLst>
      <p:ext xmlns:p="http://schemas.openxmlformats.org/presentationml/2006/main" uri="{5BB2D875-25FF-4072-B9AC-8F64D62656EB}">
        <p228:taskDetails xmlns:p228="http://schemas.microsoft.com/office/powerpoint/2022/08/main">
          <p228:history/>
        </p228:taskDetails>
      </p:ext>
    </p188:extLst>
  </p188:cm>
  <p188:cm id="{20A38EA4-0D99-4CE9-A92D-276C09EB54FD}" authorId="{00000000-0000-0000-0000-000000000000}" created="2026-08-21T10:48:01.335">
    <pc:sldMkLst xmlns:pc="http://schemas.microsoft.com/office/powerpoint/2013/main/command">
      <pc:docMk/>
      <pc:sldMk cId="1195967905" sldId="265"/>
    </pc:sldMkLst>
    <p188:txBody>
      <a:bodyPr/>
      <a:lstStyle/>
      <a:p>
        <a:r>
          <a:rPr lang="en-IN"/>
          <a:t>5. Reviewer Approval &amp; Assessment
Role: Assigned Reviewer, Administrator
Description: The reviewer evaluates submitted feedback and suggestions, validates their relevance, and provides recommendations for acceptance or rejection.</a:t>
        </a:r>
      </a:p>
    </p188:txBody>
    <p188:extLst>
      <p:ext xmlns:p="http://schemas.openxmlformats.org/presentationml/2006/main" uri="{5BB2D875-25FF-4072-B9AC-8F64D62656EB}">
        <p228:taskDetails xmlns:p228="http://schemas.microsoft.com/office/powerpoint/2022/08/main">
          <p228:history/>
        </p228:taskDetails>
      </p:ext>
    </p188:extLst>
  </p188:cm>
  <p188:cm id="{EF7C18FB-9FA3-4D24-8738-4521665D7F52}" authorId="{00000000-0000-0000-0000-000000000000}" created="2026-08-21T10:48:24.779">
    <pc:sldMkLst xmlns:pc="http://schemas.microsoft.com/office/powerpoint/2013/main/command">
      <pc:docMk/>
      <pc:sldMk cId="1195967905" sldId="265"/>
    </pc:sldMkLst>
    <p188:txBody>
      <a:bodyPr/>
      <a:lstStyle/>
      <a:p>
        <a:r>
          <a:rPr lang="en-IN"/>
          <a:t>6. Feedback Consolidation
Role: Administrator, Coordinator
Description: All approved comments, suggestions, and recommendations are consolidated into a single review version of the document.</a:t>
        </a:r>
      </a:p>
    </p188:txBody>
    <p188:extLst>
      <p:ext xmlns:p="http://schemas.openxmlformats.org/presentationml/2006/main" uri="{5BB2D875-25FF-4072-B9AC-8F64D62656EB}">
        <p228:taskDetails xmlns:p228="http://schemas.microsoft.com/office/powerpoint/2022/08/main">
          <p228:history/>
        </p228:taskDetails>
      </p:ext>
    </p188:extLst>
  </p188:cm>
  <p188:cm id="{C4BCCABD-995E-43ED-9D9E-FCEB1DBBA3F3}" authorId="{00000000-0000-0000-0000-000000000000}" created="2026-08-21T10:48:38.714">
    <pc:sldMkLst xmlns:pc="http://schemas.microsoft.com/office/powerpoint/2013/main/command">
      <pc:docMk/>
      <pc:sldMk cId="1195967905" sldId="265"/>
    </pc:sldMkLst>
    <p188:txBody>
      <a:bodyPr/>
      <a:lstStyle/>
      <a:p>
        <a:r>
          <a:rPr lang="en-IN"/>
          <a:t>7. Final Recommendation Compilation
Role: Coordinator, Convener
Description: Consolidated inputs are organized into a final set of recommendations and proposed changes for the document.</a:t>
        </a:r>
      </a:p>
    </p188:txBody>
    <p188:extLst>
      <p:ext xmlns:p="http://schemas.openxmlformats.org/presentationml/2006/main" uri="{5BB2D875-25FF-4072-B9AC-8F64D62656EB}">
        <p228:taskDetails xmlns:p228="http://schemas.microsoft.com/office/powerpoint/2022/08/main">
          <p228:history/>
        </p228:taskDetails>
      </p:ext>
    </p188:extLst>
  </p188:cm>
  <p188:cm id="{986BBE33-9981-420A-9968-9B108E1A7276}" authorId="{00000000-0000-0000-0000-000000000000}" created="2026-08-21T10:48:59.763">
    <pc:sldMkLst xmlns:pc="http://schemas.microsoft.com/office/powerpoint/2013/main/command">
      <pc:docMk/>
      <pc:sldMk cId="1195967905" sldId="265"/>
    </pc:sldMkLst>
    <p188:txBody>
      <a:bodyPr/>
      <a:lstStyle/>
      <a:p>
        <a:r>
          <a:rPr lang="en-IN"/>
          <a:t>8. Internal Approval
Role: Convener, Coordinator, DG
Description: The consolidated document and recommendations undergo internal review and approval before submission to DG Shipping.</a:t>
        </a:r>
      </a:p>
    </p188:txBody>
    <p188:extLst>
      <p:ext xmlns:p="http://schemas.openxmlformats.org/presentationml/2006/main" uri="{5BB2D875-25FF-4072-B9AC-8F64D62656EB}">
        <p228:taskDetails xmlns:p228="http://schemas.microsoft.com/office/powerpoint/2022/08/main">
          <p228:history/>
        </p228:taskDetails>
      </p:ext>
    </p188:extLst>
  </p188:cm>
  <p188:cm id="{BCA2F6F7-5162-40F4-BEC8-85E4498377E7}" authorId="{00000000-0000-0000-0000-000000000000}" created="2026-08-21T10:49:13.250">
    <pc:sldMkLst xmlns:pc="http://schemas.microsoft.com/office/powerpoint/2013/main/command">
      <pc:docMk/>
      <pc:sldMk cId="1195967905" sldId="265"/>
    </pc:sldMkLst>
    <p188:txBody>
      <a:bodyPr/>
      <a:lstStyle/>
      <a:p>
        <a:r>
          <a:rPr lang="en-IN"/>
          <a:t>10. IMO Submission Readiness
Role: Administrator, Coordinator
Description: Approved comments and recommendations are incorporated into the final submission package and prepared for IMO submission.</a:t>
        </a:r>
      </a:p>
    </p188:txBody>
    <p188:extLst>
      <p:ext xmlns:p="http://schemas.openxmlformats.org/presentationml/2006/main" uri="{5BB2D875-25FF-4072-B9AC-8F64D62656EB}">
        <p228:taskDetails xmlns:p228="http://schemas.microsoft.com/office/powerpoint/2022/08/main">
          <p228:history/>
        </p228:taskDetail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GB">
              <a:latin typeface="Verdana" panose="020B060403050404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GB" smtClean="0">
                <a:latin typeface="Verdana" panose="020B0604030504040204" pitchFamily="34" charset="0"/>
              </a:rPr>
              <a:t>21/08/2026</a:t>
            </a:fld>
            <a:endParaRPr lang="en-GB">
              <a:latin typeface="Verdana" panose="020B060403050404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GB">
              <a:latin typeface="Verdana" panose="020B060403050404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GB" smtClean="0">
                <a:latin typeface="Verdana" panose="020B0604030504040204" pitchFamily="34" charset="0"/>
              </a:rPr>
              <a:t>‹#›</a:t>
            </a:fld>
            <a:endParaRPr lang="en-GB">
              <a:latin typeface="Verdana" panose="020B060403050404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Verdana" panose="020B0604030504040204" pitchFamily="34" charset="0"/>
              </a:defRPr>
            </a:lvl1pPr>
          </a:lstStyle>
          <a:p>
            <a:endParaRPr lang="en-GB"/>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Verdana" panose="020B0604030504040204" pitchFamily="34" charset="0"/>
              </a:defRPr>
            </a:lvl1pPr>
          </a:lstStyle>
          <a:p>
            <a:fld id="{0BA5BBE4-AEA3-489A-A28E-0C2FAF2506E3}" type="datetimeFigureOut">
              <a:rPr lang="en-GB" smtClean="0"/>
              <a:pPr/>
              <a:t>21/08/2026</a:t>
            </a:fld>
            <a:endParaRPr lang="en-GB"/>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Verdana" panose="020B0604030504040204" pitchFamily="34" charset="0"/>
              </a:defRPr>
            </a:lvl1pPr>
          </a:lstStyle>
          <a:p>
            <a:endParaRPr lang="en-GB"/>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Verdana" panose="020B0604030504040204" pitchFamily="34" charset="0"/>
              </a:defRPr>
            </a:lvl1pPr>
          </a:lstStyle>
          <a:p>
            <a:fld id="{C0F4A2C8-6C88-4E71-83EE-698B9D4FE22F}" type="slidenum">
              <a:rPr lang="en-GB" smtClean="0"/>
              <a:pPr/>
              <a:t>‹#›</a:t>
            </a:fld>
            <a:endParaRPr lang="en-GB"/>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Verdana" panose="020B0604030504040204" pitchFamily="34" charset="0"/>
        <a:ea typeface="+mn-ea"/>
        <a:cs typeface="+mn-cs"/>
      </a:defRPr>
    </a:lvl1pPr>
    <a:lvl2pPr marL="609585" algn="l" defTabSz="1219170" rtl="0" eaLnBrk="1" latinLnBrk="0" hangingPunct="1">
      <a:defRPr sz="1600" kern="1200">
        <a:solidFill>
          <a:schemeClr val="tx1"/>
        </a:solidFill>
        <a:latin typeface="Verdana" panose="020B0604030504040204" pitchFamily="34" charset="0"/>
        <a:ea typeface="+mn-ea"/>
        <a:cs typeface="+mn-cs"/>
      </a:defRPr>
    </a:lvl2pPr>
    <a:lvl3pPr marL="1219170" algn="l" defTabSz="1219170" rtl="0" eaLnBrk="1" latinLnBrk="0" hangingPunct="1">
      <a:defRPr sz="1600" kern="1200">
        <a:solidFill>
          <a:schemeClr val="tx1"/>
        </a:solidFill>
        <a:latin typeface="Verdana" panose="020B0604030504040204" pitchFamily="34" charset="0"/>
        <a:ea typeface="+mn-ea"/>
        <a:cs typeface="+mn-cs"/>
      </a:defRPr>
    </a:lvl3pPr>
    <a:lvl4pPr marL="1828754" algn="l" defTabSz="1219170" rtl="0" eaLnBrk="1" latinLnBrk="0" hangingPunct="1">
      <a:defRPr sz="1600" kern="1200">
        <a:solidFill>
          <a:schemeClr val="tx1"/>
        </a:solidFill>
        <a:latin typeface="Verdana" panose="020B0604030504040204" pitchFamily="34" charset="0"/>
        <a:ea typeface="+mn-ea"/>
        <a:cs typeface="+mn-cs"/>
      </a:defRPr>
    </a:lvl4pPr>
    <a:lvl5pPr marL="2438339" algn="l" defTabSz="1219170" rtl="0" eaLnBrk="1" latinLnBrk="0" hangingPunct="1">
      <a:defRPr sz="1600" kern="1200">
        <a:solidFill>
          <a:schemeClr val="tx1"/>
        </a:solidFill>
        <a:latin typeface="Verdana" panose="020B060403050404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0F4A2C8-6C88-4E71-83EE-698B9D4FE22F}" type="slidenum">
              <a:rPr lang="en-GB" smtClean="0"/>
              <a:pPr/>
              <a:t>1</a:t>
            </a:fld>
            <a:endParaRPr lang="en-GB"/>
          </a:p>
        </p:txBody>
      </p:sp>
    </p:spTree>
    <p:extLst>
      <p:ext uri="{BB962C8B-B14F-4D97-AF65-F5344CB8AC3E}">
        <p14:creationId xmlns:p14="http://schemas.microsoft.com/office/powerpoint/2010/main" val="3831920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F4A2C8-6C88-4E71-83EE-698B9D4FE22F}" type="slidenum">
              <a:rPr lang="en-GB" smtClean="0"/>
              <a:pPr/>
              <a:t>2</a:t>
            </a:fld>
            <a:endParaRPr lang="en-GB"/>
          </a:p>
        </p:txBody>
      </p:sp>
    </p:spTree>
    <p:extLst>
      <p:ext uri="{BB962C8B-B14F-4D97-AF65-F5344CB8AC3E}">
        <p14:creationId xmlns:p14="http://schemas.microsoft.com/office/powerpoint/2010/main" val="3822784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0F4A2C8-6C88-4E71-83EE-698B9D4FE22F}" type="slidenum">
              <a:rPr lang="en-GB" smtClean="0"/>
              <a:pPr/>
              <a:t>4</a:t>
            </a:fld>
            <a:endParaRPr lang="en-GB"/>
          </a:p>
        </p:txBody>
      </p:sp>
    </p:spTree>
    <p:extLst>
      <p:ext uri="{BB962C8B-B14F-4D97-AF65-F5344CB8AC3E}">
        <p14:creationId xmlns:p14="http://schemas.microsoft.com/office/powerpoint/2010/main" val="1646245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0F4A2C8-6C88-4E71-83EE-698B9D4FE22F}" type="slidenum">
              <a:rPr lang="en-GB" smtClean="0"/>
              <a:pPr/>
              <a:t>42</a:t>
            </a:fld>
            <a:endParaRPr lang="en-GB"/>
          </a:p>
        </p:txBody>
      </p:sp>
    </p:spTree>
    <p:extLst>
      <p:ext uri="{BB962C8B-B14F-4D97-AF65-F5344CB8AC3E}">
        <p14:creationId xmlns:p14="http://schemas.microsoft.com/office/powerpoint/2010/main" val="20873484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23875"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217227" y="9120188"/>
            <a:ext cx="3226745" cy="48101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8214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5.emf"/><Relationship Id="rId4" Type="http://schemas.openxmlformats.org/officeDocument/2006/relationships/image" Target="../media/image6.emf"/></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Divider - Deloitte green">
    <p:bg bwMode="gray">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0218"/>
            <a:ext cx="10418233" cy="1592403"/>
          </a:xfrm>
          <a:prstGeom prst="rect">
            <a:avLst/>
          </a:prstGeom>
        </p:spPr>
        <p:txBody>
          <a:bodyPr anchor="b"/>
          <a:lstStyle>
            <a:lvl1pPr>
              <a:lnSpc>
                <a:spcPct val="95000"/>
              </a:lnSpc>
              <a:defRPr sz="288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3545"/>
            <a:ext cx="10418235" cy="1566532"/>
          </a:xfrm>
          <a:prstGeom prst="rect">
            <a:avLst/>
          </a:prstGeom>
        </p:spPr>
        <p:txBody>
          <a:bodyPr lIns="0" tIns="0" rIns="0" bIns="0">
            <a:noAutofit/>
          </a:bodyPr>
          <a:lstStyle>
            <a:lvl1pPr marL="0" indent="0">
              <a:lnSpc>
                <a:spcPct val="95000"/>
              </a:lnSpc>
              <a:spcAft>
                <a:spcPts val="0"/>
              </a:spcAft>
              <a:buNone/>
              <a:defRPr sz="2887">
                <a:solidFill>
                  <a:schemeClr val="bg1"/>
                </a:solidFill>
              </a:defRPr>
            </a:lvl1pPr>
            <a:lvl2pPr marL="457036" indent="0">
              <a:buNone/>
              <a:defRPr sz="1999">
                <a:solidFill>
                  <a:schemeClr val="tx1">
                    <a:tint val="75000"/>
                  </a:schemeClr>
                </a:solidFill>
              </a:defRPr>
            </a:lvl2pPr>
            <a:lvl3pPr marL="914072" indent="0">
              <a:buNone/>
              <a:defRPr sz="1799">
                <a:solidFill>
                  <a:schemeClr val="tx1">
                    <a:tint val="75000"/>
                  </a:schemeClr>
                </a:solidFill>
              </a:defRPr>
            </a:lvl3pPr>
            <a:lvl4pPr marL="1371108" indent="0">
              <a:buNone/>
              <a:defRPr sz="1599">
                <a:solidFill>
                  <a:schemeClr val="tx1">
                    <a:tint val="75000"/>
                  </a:schemeClr>
                </a:solidFill>
              </a:defRPr>
            </a:lvl4pPr>
            <a:lvl5pPr marL="1828144" indent="0">
              <a:buNone/>
              <a:defRPr sz="1599">
                <a:solidFill>
                  <a:schemeClr val="tx1">
                    <a:tint val="75000"/>
                  </a:schemeClr>
                </a:solidFill>
              </a:defRPr>
            </a:lvl5pPr>
            <a:lvl6pPr marL="2285181" indent="0">
              <a:buNone/>
              <a:defRPr sz="1599">
                <a:solidFill>
                  <a:schemeClr val="tx1">
                    <a:tint val="75000"/>
                  </a:schemeClr>
                </a:solidFill>
              </a:defRPr>
            </a:lvl6pPr>
            <a:lvl7pPr marL="2742217" indent="0">
              <a:buNone/>
              <a:defRPr sz="1599">
                <a:solidFill>
                  <a:schemeClr val="tx1">
                    <a:tint val="75000"/>
                  </a:schemeClr>
                </a:solidFill>
              </a:defRPr>
            </a:lvl7pPr>
            <a:lvl8pPr marL="3199253" indent="0">
              <a:buNone/>
              <a:defRPr sz="1599">
                <a:solidFill>
                  <a:schemeClr val="tx1">
                    <a:tint val="75000"/>
                  </a:schemeClr>
                </a:solidFill>
              </a:defRPr>
            </a:lvl8pPr>
            <a:lvl9pPr marL="3656289" indent="0">
              <a:buNone/>
              <a:defRPr sz="1599">
                <a:solidFill>
                  <a:schemeClr val="tx1">
                    <a:tint val="75000"/>
                  </a:schemeClr>
                </a:solidFill>
              </a:defRPr>
            </a:lvl9pPr>
          </a:lstStyle>
          <a:p>
            <a:pPr lvl="0"/>
            <a:r>
              <a:rPr lang="en-US" noProof="0"/>
              <a:t>Click to edit Master text styles</a:t>
            </a:r>
          </a:p>
        </p:txBody>
      </p:sp>
      <p:sp>
        <p:nvSpPr>
          <p:cNvPr id="4" name="Rectangle 2">
            <a:extLst>
              <a:ext uri="{FF2B5EF4-FFF2-40B4-BE49-F238E27FC236}">
                <a16:creationId xmlns:a16="http://schemas.microsoft.com/office/drawing/2014/main" id="{E2AF22C5-4F69-4338-B616-11197B7B5FE8}"/>
              </a:ext>
            </a:extLst>
          </p:cNvPr>
          <p:cNvSpPr>
            <a:spLocks/>
          </p:cNvSpPr>
          <p:nvPr userDrawn="1"/>
        </p:nvSpPr>
        <p:spPr bwMode="auto">
          <a:xfrm>
            <a:off x="125630" y="6603969"/>
            <a:ext cx="237244"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spAutoFit/>
          </a:bodyPr>
          <a:lstStyle/>
          <a:p>
            <a:fld id="{C84F2FB2-4A16-1542-BD5E-F56870239E74}" type="slidenum">
              <a:rPr lang="en-US" sz="800" smtClean="0">
                <a:solidFill>
                  <a:schemeClr val="tx2">
                    <a:lumMod val="60000"/>
                    <a:lumOff val="40000"/>
                  </a:schemeClr>
                </a:solidFill>
                <a:latin typeface="Open Sans" charset="0"/>
                <a:ea typeface="Open Sans" charset="0"/>
                <a:cs typeface="Open Sans" charset="0"/>
                <a:sym typeface="Frutiger Next Pro Light" charset="0"/>
              </a:rPr>
              <a:t>‹#›</a:t>
            </a:fld>
            <a:r>
              <a:rPr lang="en-US" sz="800">
                <a:solidFill>
                  <a:schemeClr val="tx2">
                    <a:lumMod val="60000"/>
                    <a:lumOff val="40000"/>
                  </a:schemeClr>
                </a:solidFill>
                <a:latin typeface="Open Sans" charset="0"/>
                <a:ea typeface="Open Sans" charset="0"/>
                <a:cs typeface="Open Sans" charset="0"/>
                <a:sym typeface="Frutiger Next Pro Light" charset="0"/>
              </a:rPr>
              <a:t>  |</a:t>
            </a:r>
          </a:p>
        </p:txBody>
      </p:sp>
    </p:spTree>
    <p:extLst>
      <p:ext uri="{BB962C8B-B14F-4D97-AF65-F5344CB8AC3E}">
        <p14:creationId xmlns:p14="http://schemas.microsoft.com/office/powerpoint/2010/main" val="7665588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2_Divider - Deloitte green">
    <p:bg bwMode="gray">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0218"/>
            <a:ext cx="10418233" cy="1592403"/>
          </a:xfrm>
          <a:prstGeom prst="rect">
            <a:avLst/>
          </a:prstGeom>
        </p:spPr>
        <p:txBody>
          <a:bodyPr anchor="b"/>
          <a:lstStyle>
            <a:lvl1pPr>
              <a:lnSpc>
                <a:spcPct val="95000"/>
              </a:lnSpc>
              <a:defRPr sz="288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3545"/>
            <a:ext cx="10418235" cy="1566532"/>
          </a:xfrm>
          <a:prstGeom prst="rect">
            <a:avLst/>
          </a:prstGeom>
        </p:spPr>
        <p:txBody>
          <a:bodyPr lIns="0" tIns="0" rIns="0" bIns="0">
            <a:noAutofit/>
          </a:bodyPr>
          <a:lstStyle>
            <a:lvl1pPr marL="0" indent="0">
              <a:lnSpc>
                <a:spcPct val="95000"/>
              </a:lnSpc>
              <a:spcAft>
                <a:spcPts val="0"/>
              </a:spcAft>
              <a:buNone/>
              <a:defRPr sz="2887">
                <a:solidFill>
                  <a:schemeClr val="bg1"/>
                </a:solidFill>
              </a:defRPr>
            </a:lvl1pPr>
            <a:lvl2pPr marL="457036" indent="0">
              <a:buNone/>
              <a:defRPr sz="1999">
                <a:solidFill>
                  <a:schemeClr val="tx1">
                    <a:tint val="75000"/>
                  </a:schemeClr>
                </a:solidFill>
              </a:defRPr>
            </a:lvl2pPr>
            <a:lvl3pPr marL="914072" indent="0">
              <a:buNone/>
              <a:defRPr sz="1799">
                <a:solidFill>
                  <a:schemeClr val="tx1">
                    <a:tint val="75000"/>
                  </a:schemeClr>
                </a:solidFill>
              </a:defRPr>
            </a:lvl3pPr>
            <a:lvl4pPr marL="1371108" indent="0">
              <a:buNone/>
              <a:defRPr sz="1599">
                <a:solidFill>
                  <a:schemeClr val="tx1">
                    <a:tint val="75000"/>
                  </a:schemeClr>
                </a:solidFill>
              </a:defRPr>
            </a:lvl4pPr>
            <a:lvl5pPr marL="1828144" indent="0">
              <a:buNone/>
              <a:defRPr sz="1599">
                <a:solidFill>
                  <a:schemeClr val="tx1">
                    <a:tint val="75000"/>
                  </a:schemeClr>
                </a:solidFill>
              </a:defRPr>
            </a:lvl5pPr>
            <a:lvl6pPr marL="2285181" indent="0">
              <a:buNone/>
              <a:defRPr sz="1599">
                <a:solidFill>
                  <a:schemeClr val="tx1">
                    <a:tint val="75000"/>
                  </a:schemeClr>
                </a:solidFill>
              </a:defRPr>
            </a:lvl6pPr>
            <a:lvl7pPr marL="2742217" indent="0">
              <a:buNone/>
              <a:defRPr sz="1599">
                <a:solidFill>
                  <a:schemeClr val="tx1">
                    <a:tint val="75000"/>
                  </a:schemeClr>
                </a:solidFill>
              </a:defRPr>
            </a:lvl7pPr>
            <a:lvl8pPr marL="3199253" indent="0">
              <a:buNone/>
              <a:defRPr sz="1599">
                <a:solidFill>
                  <a:schemeClr val="tx1">
                    <a:tint val="75000"/>
                  </a:schemeClr>
                </a:solidFill>
              </a:defRPr>
            </a:lvl8pPr>
            <a:lvl9pPr marL="3656289" indent="0">
              <a:buNone/>
              <a:defRPr sz="1599">
                <a:solidFill>
                  <a:schemeClr val="tx1">
                    <a:tint val="75000"/>
                  </a:schemeClr>
                </a:solidFill>
              </a:defRPr>
            </a:lvl9pPr>
          </a:lstStyle>
          <a:p>
            <a:pPr lvl="0"/>
            <a:r>
              <a:rPr lang="en-US" noProof="0"/>
              <a:t>Click to edit Master text styles</a:t>
            </a:r>
          </a:p>
        </p:txBody>
      </p:sp>
      <p:sp>
        <p:nvSpPr>
          <p:cNvPr id="4" name="Rectangle 2">
            <a:extLst>
              <a:ext uri="{FF2B5EF4-FFF2-40B4-BE49-F238E27FC236}">
                <a16:creationId xmlns:a16="http://schemas.microsoft.com/office/drawing/2014/main" id="{1C641E36-2DAF-42E1-945F-7F16C3665E01}"/>
              </a:ext>
            </a:extLst>
          </p:cNvPr>
          <p:cNvSpPr>
            <a:spLocks/>
          </p:cNvSpPr>
          <p:nvPr userDrawn="1"/>
        </p:nvSpPr>
        <p:spPr bwMode="auto">
          <a:xfrm>
            <a:off x="125630" y="6603969"/>
            <a:ext cx="237244"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spAutoFit/>
          </a:bodyPr>
          <a:lstStyle/>
          <a:p>
            <a:fld id="{C84F2FB2-4A16-1542-BD5E-F56870239E74}" type="slidenum">
              <a:rPr lang="en-US" sz="800" smtClean="0">
                <a:solidFill>
                  <a:schemeClr val="tx2">
                    <a:lumMod val="60000"/>
                    <a:lumOff val="40000"/>
                  </a:schemeClr>
                </a:solidFill>
                <a:latin typeface="Open Sans" charset="0"/>
                <a:ea typeface="Open Sans" charset="0"/>
                <a:cs typeface="Open Sans" charset="0"/>
                <a:sym typeface="Frutiger Next Pro Light" charset="0"/>
              </a:rPr>
              <a:t>‹#›</a:t>
            </a:fld>
            <a:r>
              <a:rPr lang="en-US" sz="800">
                <a:solidFill>
                  <a:schemeClr val="tx2">
                    <a:lumMod val="60000"/>
                    <a:lumOff val="40000"/>
                  </a:schemeClr>
                </a:solidFill>
                <a:latin typeface="Open Sans" charset="0"/>
                <a:ea typeface="Open Sans" charset="0"/>
                <a:cs typeface="Open Sans" charset="0"/>
                <a:sym typeface="Frutiger Next Pro Light" charset="0"/>
              </a:rPr>
              <a:t>  |</a:t>
            </a:r>
          </a:p>
        </p:txBody>
      </p:sp>
    </p:spTree>
    <p:extLst>
      <p:ext uri="{BB962C8B-B14F-4D97-AF65-F5344CB8AC3E}">
        <p14:creationId xmlns:p14="http://schemas.microsoft.com/office/powerpoint/2010/main" val="307364856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36490DDE-F065-4E67-A8DF-A332E56C2DF3}"/>
              </a:ext>
            </a:extLst>
          </p:cNvPr>
          <p:cNvSpPr>
            <a:spLocks noGrp="1"/>
          </p:cNvSpPr>
          <p:nvPr>
            <p:ph type="title"/>
          </p:nvPr>
        </p:nvSpPr>
        <p:spPr>
          <a:xfrm>
            <a:off x="649434" y="585357"/>
            <a:ext cx="11188700" cy="334102"/>
          </a:xfrm>
          <a:prstGeom prst="rect">
            <a:avLst/>
          </a:prstGeom>
        </p:spPr>
        <p:txBody>
          <a:bodyPr vert="horz" lIns="91440" tIns="45720" rIns="91440" bIns="45720" rtlCol="0" anchor="ctr">
            <a:noAutofit/>
          </a:bodyPr>
          <a:lstStyle/>
          <a:p>
            <a:r>
              <a:rPr lang="en-US"/>
              <a:t>Click to edit Master title style</a:t>
            </a:r>
          </a:p>
        </p:txBody>
      </p:sp>
      <p:sp>
        <p:nvSpPr>
          <p:cNvPr id="8" name="Text Placeholder 3">
            <a:extLst>
              <a:ext uri="{FF2B5EF4-FFF2-40B4-BE49-F238E27FC236}">
                <a16:creationId xmlns:a16="http://schemas.microsoft.com/office/drawing/2014/main" id="{5B6FA359-FD32-40BA-B871-35732471B81F}"/>
              </a:ext>
            </a:extLst>
          </p:cNvPr>
          <p:cNvSpPr>
            <a:spLocks noGrp="1"/>
          </p:cNvSpPr>
          <p:nvPr>
            <p:ph idx="1"/>
          </p:nvPr>
        </p:nvSpPr>
        <p:spPr>
          <a:xfrm>
            <a:off x="557074" y="947166"/>
            <a:ext cx="11188700" cy="364400"/>
          </a:xfrm>
          <a:prstGeom prst="rect">
            <a:avLst/>
          </a:prstGeom>
        </p:spPr>
        <p:txBody>
          <a:bodyPr vert="horz" lIns="91440" tIns="45720" rIns="91440" bIns="45720" rtlCol="0">
            <a:noAutofit/>
          </a:bodyPr>
          <a:lstStyle>
            <a:lvl1pPr>
              <a:defRPr sz="1400">
                <a:solidFill>
                  <a:schemeClr val="tx2"/>
                </a:solidFill>
              </a:defRPr>
            </a:lvl1pPr>
          </a:lstStyle>
          <a:p>
            <a:pPr lvl="0"/>
            <a:r>
              <a:rPr lang="en-US"/>
              <a:t>Click to edit Master text styles</a:t>
            </a:r>
          </a:p>
        </p:txBody>
      </p:sp>
      <p:sp>
        <p:nvSpPr>
          <p:cNvPr id="4" name="Slide Number Placeholder 5">
            <a:extLst>
              <a:ext uri="{FF2B5EF4-FFF2-40B4-BE49-F238E27FC236}">
                <a16:creationId xmlns:a16="http://schemas.microsoft.com/office/drawing/2014/main" id="{3BA4DE05-D15A-487F-8F04-FB872BE27431}"/>
              </a:ext>
            </a:extLst>
          </p:cNvPr>
          <p:cNvSpPr>
            <a:spLocks noGrp="1"/>
          </p:cNvSpPr>
          <p:nvPr>
            <p:ph type="sldNum" sz="quarter" idx="4"/>
          </p:nvPr>
        </p:nvSpPr>
        <p:spPr>
          <a:xfrm>
            <a:off x="207130" y="6418322"/>
            <a:ext cx="637345" cy="365125"/>
          </a:xfrm>
          <a:prstGeom prst="rect">
            <a:avLst/>
          </a:prstGeom>
        </p:spPr>
        <p:txBody>
          <a:bodyPr/>
          <a:lstStyle>
            <a:lvl1pPr>
              <a:defRPr>
                <a:solidFill>
                  <a:srgbClr val="00578D"/>
                </a:solidFill>
                <a:latin typeface="Proxima Nova" panose="02000506030000020004" pitchFamily="2" charset="0"/>
              </a:defRPr>
            </a:lvl1pPr>
          </a:lstStyle>
          <a:p>
            <a:fld id="{C2956D22-44C9-4328-8AE4-51DD9F3751AC}" type="slidenum">
              <a:rPr lang="en-US" smtClean="0"/>
              <a:t>‹#›</a:t>
            </a:fld>
            <a:endParaRPr lang="en-US"/>
          </a:p>
        </p:txBody>
      </p:sp>
    </p:spTree>
    <p:extLst>
      <p:ext uri="{BB962C8B-B14F-4D97-AF65-F5344CB8AC3E}">
        <p14:creationId xmlns:p14="http://schemas.microsoft.com/office/powerpoint/2010/main" val="1051343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tandard with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8EA11A-EE0C-0145-AF76-B4B5C4458CA8}"/>
              </a:ext>
            </a:extLst>
          </p:cNvPr>
          <p:cNvSpPr>
            <a:spLocks noGrp="1"/>
          </p:cNvSpPr>
          <p:nvPr>
            <p:ph type="title"/>
          </p:nvPr>
        </p:nvSpPr>
        <p:spPr/>
        <p:txBody>
          <a:bodyPr/>
          <a:lstStyle/>
          <a:p>
            <a:r>
              <a:rPr lang="en-US"/>
              <a:t>Click to edit Master title style</a:t>
            </a:r>
          </a:p>
        </p:txBody>
      </p:sp>
      <p:sp>
        <p:nvSpPr>
          <p:cNvPr id="8" name="Content Placeholder 2">
            <a:extLst>
              <a:ext uri="{FF2B5EF4-FFF2-40B4-BE49-F238E27FC236}">
                <a16:creationId xmlns:a16="http://schemas.microsoft.com/office/drawing/2014/main" id="{61D68B97-8B9E-4641-ABBF-E2F79A755812}"/>
              </a:ext>
            </a:extLst>
          </p:cNvPr>
          <p:cNvSpPr>
            <a:spLocks noGrp="1"/>
          </p:cNvSpPr>
          <p:nvPr>
            <p:ph idx="14"/>
          </p:nvPr>
        </p:nvSpPr>
        <p:spPr>
          <a:xfrm>
            <a:off x="282305" y="1966522"/>
            <a:ext cx="11627392" cy="38511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9">
            <a:extLst>
              <a:ext uri="{FF2B5EF4-FFF2-40B4-BE49-F238E27FC236}">
                <a16:creationId xmlns:a16="http://schemas.microsoft.com/office/drawing/2014/main" id="{0B34A3C3-2527-554D-95F1-CD91D5A2F4C9}"/>
              </a:ext>
            </a:extLst>
          </p:cNvPr>
          <p:cNvSpPr>
            <a:spLocks noGrp="1"/>
          </p:cNvSpPr>
          <p:nvPr>
            <p:ph type="body" sz="quarter" idx="13" hasCustomPrompt="1"/>
          </p:nvPr>
        </p:nvSpPr>
        <p:spPr>
          <a:xfrm>
            <a:off x="282649" y="1349828"/>
            <a:ext cx="11626703" cy="468086"/>
          </a:xfrm>
        </p:spPr>
        <p:txBody>
          <a:bodyPr tIns="0" bIns="18288"/>
          <a:lstStyle>
            <a:lvl1pPr marL="0" indent="0" algn="l">
              <a:buNone/>
              <a:defRPr b="1">
                <a:solidFill>
                  <a:schemeClr val="tx2"/>
                </a:solidFill>
              </a:defRPr>
            </a:lvl1pPr>
          </a:lstStyle>
          <a:p>
            <a:pPr lvl="0"/>
            <a:r>
              <a:rPr lang="en-US"/>
              <a:t>Subtitle</a:t>
            </a:r>
          </a:p>
        </p:txBody>
      </p:sp>
      <p:sp>
        <p:nvSpPr>
          <p:cNvPr id="6" name="Rectangle 2">
            <a:extLst>
              <a:ext uri="{FF2B5EF4-FFF2-40B4-BE49-F238E27FC236}">
                <a16:creationId xmlns:a16="http://schemas.microsoft.com/office/drawing/2014/main" id="{4BA55AC6-0948-442A-BCFC-4FF701492EDF}"/>
              </a:ext>
            </a:extLst>
          </p:cNvPr>
          <p:cNvSpPr>
            <a:spLocks/>
          </p:cNvSpPr>
          <p:nvPr userDrawn="1"/>
        </p:nvSpPr>
        <p:spPr bwMode="auto">
          <a:xfrm>
            <a:off x="125630" y="6603969"/>
            <a:ext cx="237244"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spAutoFit/>
          </a:bodyPr>
          <a:lstStyle/>
          <a:p>
            <a:fld id="{C84F2FB2-4A16-1542-BD5E-F56870239E74}" type="slidenum">
              <a:rPr lang="en-US" sz="800" smtClean="0">
                <a:solidFill>
                  <a:schemeClr val="tx2">
                    <a:lumMod val="60000"/>
                    <a:lumOff val="40000"/>
                  </a:schemeClr>
                </a:solidFill>
                <a:latin typeface="Open Sans" charset="0"/>
                <a:ea typeface="Open Sans" charset="0"/>
                <a:cs typeface="Open Sans" charset="0"/>
                <a:sym typeface="Frutiger Next Pro Light" charset="0"/>
              </a:rPr>
              <a:t>‹#›</a:t>
            </a:fld>
            <a:r>
              <a:rPr lang="en-US" sz="800">
                <a:solidFill>
                  <a:schemeClr val="tx2">
                    <a:lumMod val="60000"/>
                    <a:lumOff val="40000"/>
                  </a:schemeClr>
                </a:solidFill>
                <a:latin typeface="Open Sans" charset="0"/>
                <a:ea typeface="Open Sans" charset="0"/>
                <a:cs typeface="Open Sans" charset="0"/>
                <a:sym typeface="Frutiger Next Pro Light" charset="0"/>
              </a:rPr>
              <a:t>  |</a:t>
            </a:r>
          </a:p>
        </p:txBody>
      </p:sp>
    </p:spTree>
    <p:extLst>
      <p:ext uri="{BB962C8B-B14F-4D97-AF65-F5344CB8AC3E}">
        <p14:creationId xmlns:p14="http://schemas.microsoft.com/office/powerpoint/2010/main" val="4047950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0288669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8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93836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8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grpSp>
    </p:spTree>
    <p:extLst>
      <p:ext uri="{BB962C8B-B14F-4D97-AF65-F5344CB8AC3E}">
        <p14:creationId xmlns:p14="http://schemas.microsoft.com/office/powerpoint/2010/main" val="30354188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8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grpSp>
    </p:spTree>
    <p:extLst>
      <p:ext uri="{BB962C8B-B14F-4D97-AF65-F5344CB8AC3E}">
        <p14:creationId xmlns:p14="http://schemas.microsoft.com/office/powerpoint/2010/main" val="409749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8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2"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a:solidFill>
                  <a:prstClr val="white"/>
                </a:solidFill>
              </a:rPr>
              <a:t>Copyright © 2025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840141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a:solidFill>
                  <a:prstClr val="white"/>
                </a:solidFill>
              </a:rPr>
              <a:t>Copyright © 2025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1438136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8"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a:solidFill>
                  <a:prstClr val="white"/>
                </a:solidFill>
              </a:rPr>
              <a:t>Copyright © 2020 Deloitte Development LLC. All rights reserved.</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99505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a:solidFill>
                  <a:prstClr val="white"/>
                </a:solidFill>
              </a:rPr>
              <a:t>Copyright © 2020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324128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296478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9"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a:solidFill>
                  <a:prstClr val="white"/>
                </a:solidFill>
              </a:rPr>
              <a:t>Copyright © 2020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949537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a:solidFill>
                  <a:prstClr val="white"/>
                </a:solidFill>
              </a:rPr>
              <a:t>Copyright © 2020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3746402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8"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9"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a:solidFill>
                  <a:prstClr val="white"/>
                </a:solidFill>
              </a:rPr>
              <a:t>Copyright © 2020 Deloitte Development LLC. All rights reserved.</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1080832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a:solidFill>
                  <a:prstClr val="white"/>
                </a:solidFill>
              </a:rPr>
              <a:t>Copyright © 2020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186050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1375030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542654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422755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Click to 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156116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514562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3569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66429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Click to 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539913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Click to 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Click to 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530691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885769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926509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a:solidFill>
                <a:prstClr val="white"/>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a:solidFill>
                <a:prstClr val="white"/>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a:solidFill>
                <a:prstClr val="white"/>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a:solidFill>
                <a:prstClr val="white"/>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31859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US" noProof="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US" noProof="0"/>
              <a:t>Click icon to add picture</a:t>
            </a:r>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568965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62831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a:solidFill>
                <a:prstClr val="white"/>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a:solidFill>
                <a:prstClr val="white"/>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Tree>
    <p:extLst>
      <p:ext uri="{BB962C8B-B14F-4D97-AF65-F5344CB8AC3E}">
        <p14:creationId xmlns:p14="http://schemas.microsoft.com/office/powerpoint/2010/main" val="3541232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a:solidFill>
                <a:prstClr val="white"/>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a:solidFill>
                <a:prstClr val="white"/>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a:solidFill>
                <a:prstClr val="white"/>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a:solidFill>
                <a:prstClr val="white"/>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045913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a:solidFill>
                <a:prstClr val="white"/>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a:solidFill>
                <a:prstClr val="white"/>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a:solidFill>
                <a:prstClr val="white"/>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262597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643082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a:solidFill>
                  <a:prstClr val="white"/>
                </a:solidFill>
              </a:rPr>
              <a:t>Copyright © 2018 Deloitte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a:solidFill>
                <a:prstClr val="white"/>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4139322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149224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2360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89600" cy="6858000"/>
          </a:xfrm>
          <a:prstGeom prst="rect">
            <a:avLst/>
          </a:prstGeom>
        </p:spPr>
      </p:pic>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a:t>Click icon to add picture</a:t>
            </a:r>
          </a:p>
        </p:txBody>
      </p:sp>
      <p:sp>
        <p:nvSpPr>
          <p:cNvPr id="2" name="SD_LAN_pePresentation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GB"/>
              <a:t>Presentation title runs here</a:t>
            </a:r>
            <a:endParaRPr lang="en-GB" noProof="0"/>
          </a:p>
        </p:txBody>
      </p:sp>
      <p:sp>
        <p:nvSpPr>
          <p:cNvPr id="3" name="SD_LAN_pePresentationSubtitle"/>
          <p:cNvSpPr>
            <a:spLocks noGrp="1"/>
          </p:cNvSpPr>
          <p:nvPr>
            <p:ph type="subTitle" idx="1" hasCustomPrompt="1"/>
          </p:nvPr>
        </p:nvSpPr>
        <p:spPr bwMode="gray">
          <a:xfrm>
            <a:off x="475200" y="5845180"/>
            <a:ext cx="5620800"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GB"/>
              <a:t>Subtitle here two lines max</a:t>
            </a:r>
          </a:p>
        </p:txBody>
      </p:sp>
      <p:sp>
        <p:nvSpPr>
          <p:cNvPr id="18" name="SD_ART_Logo_White"/>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SD_ART_Logo_White_bmkArt"/>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75438" y="464401"/>
            <a:ext cx="2286000" cy="1002013"/>
          </a:xfrm>
          <a:prstGeom prst="rect">
            <a:avLst/>
          </a:prstGeom>
        </p:spPr>
      </p:pic>
      <p:sp>
        <p:nvSpPr>
          <p:cNvPr id="4" name="Footer Placeholder 3" hidden="1"/>
          <p:cNvSpPr>
            <a:spLocks noGrp="1"/>
          </p:cNvSpPr>
          <p:nvPr>
            <p:ph type="ftr" sz="quarter" idx="12"/>
          </p:nvPr>
        </p:nvSpPr>
        <p:spPr>
          <a:xfrm>
            <a:off x="6184900" y="6476999"/>
            <a:ext cx="4536726" cy="244476"/>
          </a:xfrm>
          <a:prstGeom prst="rect">
            <a:avLst/>
          </a:prstGeom>
        </p:spPr>
        <p:txBody>
          <a:bodyPr/>
          <a:lstStyle>
            <a:lvl1pPr>
              <a:defRPr>
                <a:solidFill>
                  <a:schemeClr val="bg1"/>
                </a:solidFill>
              </a:defRPr>
            </a:lvl1pPr>
          </a:lstStyle>
          <a:p>
            <a:endParaRPr lang="en-GB"/>
          </a:p>
        </p:txBody>
      </p:sp>
      <p:sp>
        <p:nvSpPr>
          <p:cNvPr id="13" name="SD_LAN_peDocumentDate"/>
          <p:cNvSpPr>
            <a:spLocks noGrp="1"/>
          </p:cNvSpPr>
          <p:nvPr>
            <p:ph type="body" sz="quarter" idx="14" hasCustomPrompt="1"/>
          </p:nvPr>
        </p:nvSpPr>
        <p:spPr>
          <a:xfrm>
            <a:off x="469900" y="6376034"/>
            <a:ext cx="8323816" cy="277813"/>
          </a:xfrm>
        </p:spPr>
        <p:txBody>
          <a:bodyPr lIns="10800"/>
          <a:lstStyle>
            <a:lvl1pPr>
              <a:lnSpc>
                <a:spcPct val="106000"/>
              </a:lnSpc>
              <a:spcAft>
                <a:spcPts val="0"/>
              </a:spcAft>
              <a:defRPr sz="1000"/>
            </a:lvl1pPr>
          </a:lstStyle>
          <a:p>
            <a:pPr lvl="0"/>
            <a:r>
              <a:rPr lang="en-GB"/>
              <a:t>Name | Date</a:t>
            </a:r>
          </a:p>
        </p:txBody>
      </p:sp>
    </p:spTree>
    <p:extLst>
      <p:ext uri="{BB962C8B-B14F-4D97-AF65-F5344CB8AC3E}">
        <p14:creationId xmlns:p14="http://schemas.microsoft.com/office/powerpoint/2010/main" val="21045578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GB" noProof="0"/>
              <a:t>Click icon to add picture</a:t>
            </a:r>
          </a:p>
        </p:txBody>
      </p:sp>
      <p:sp>
        <p:nvSpPr>
          <p:cNvPr id="2" name="SD_LAN_pePresentationTitle"/>
          <p:cNvSpPr>
            <a:spLocks noGrp="1"/>
          </p:cNvSpPr>
          <p:nvPr>
            <p:ph type="ctrTitle" hasCustomPrompt="1"/>
          </p:nvPr>
        </p:nvSpPr>
        <p:spPr bwMode="gray">
          <a:xfrm>
            <a:off x="475324" y="5479200"/>
            <a:ext cx="5620675" cy="324000"/>
          </a:xfrm>
        </p:spPr>
        <p:txBody>
          <a:bodyPr anchor="b"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GB"/>
              <a:t>Presentation title runs here</a:t>
            </a:r>
            <a:endParaRPr lang="en-GB" noProof="0"/>
          </a:p>
        </p:txBody>
      </p:sp>
      <p:sp>
        <p:nvSpPr>
          <p:cNvPr id="3" name="SD_LAN_pePresentationSubtitle"/>
          <p:cNvSpPr>
            <a:spLocks noGrp="1"/>
          </p:cNvSpPr>
          <p:nvPr>
            <p:ph type="subTitle" idx="1" hasCustomPrompt="1"/>
          </p:nvPr>
        </p:nvSpPr>
        <p:spPr bwMode="gray">
          <a:xfrm>
            <a:off x="475326" y="5845180"/>
            <a:ext cx="5620673"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GB"/>
              <a:t>Subtitle here two lines max</a:t>
            </a:r>
          </a:p>
        </p:txBody>
      </p:sp>
      <p:sp>
        <p:nvSpPr>
          <p:cNvPr id="31"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SD_ART_Logo_bmkAr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5438" y="464401"/>
            <a:ext cx="2286000" cy="1002013"/>
          </a:xfrm>
          <a:prstGeom prst="rect">
            <a:avLst/>
          </a:prstGeom>
        </p:spPr>
      </p:pic>
      <p:sp>
        <p:nvSpPr>
          <p:cNvPr id="4" name="Footer Placeholder 3" hidden="1"/>
          <p:cNvSpPr>
            <a:spLocks noGrp="1"/>
          </p:cNvSpPr>
          <p:nvPr>
            <p:ph type="ftr" sz="quarter" idx="12"/>
          </p:nvPr>
        </p:nvSpPr>
        <p:spPr>
          <a:xfrm>
            <a:off x="6184900" y="6476999"/>
            <a:ext cx="4536726" cy="244476"/>
          </a:xfrm>
          <a:prstGeom prst="rect">
            <a:avLst/>
          </a:prstGeom>
        </p:spPr>
        <p:txBody>
          <a:bodyPr/>
          <a:lstStyle>
            <a:lvl1pPr>
              <a:defRPr>
                <a:solidFill>
                  <a:schemeClr val="bg1"/>
                </a:solidFill>
              </a:defRPr>
            </a:lvl1pPr>
          </a:lstStyle>
          <a:p>
            <a:endParaRPr lang="en-GB"/>
          </a:p>
        </p:txBody>
      </p:sp>
      <p:sp>
        <p:nvSpPr>
          <p:cNvPr id="8" name="SD_LAN_peDocumentDate"/>
          <p:cNvSpPr>
            <a:spLocks noGrp="1"/>
          </p:cNvSpPr>
          <p:nvPr>
            <p:ph type="body" sz="quarter" idx="14" hasCustomPrompt="1"/>
          </p:nvPr>
        </p:nvSpPr>
        <p:spPr>
          <a:xfrm>
            <a:off x="469900" y="6376034"/>
            <a:ext cx="8323816" cy="277813"/>
          </a:xfrm>
        </p:spPr>
        <p:txBody>
          <a:bodyPr lIns="10800"/>
          <a:lstStyle>
            <a:lvl1pPr>
              <a:lnSpc>
                <a:spcPct val="106000"/>
              </a:lnSpc>
              <a:spcAft>
                <a:spcPts val="0"/>
              </a:spcAft>
              <a:defRPr sz="1000"/>
            </a:lvl1pPr>
          </a:lstStyle>
          <a:p>
            <a:pPr lvl="0"/>
            <a:r>
              <a:rPr lang="en-GB"/>
              <a:t>Name | Date</a:t>
            </a:r>
          </a:p>
        </p:txBody>
      </p:sp>
    </p:spTree>
    <p:extLst>
      <p:ext uri="{BB962C8B-B14F-4D97-AF65-F5344CB8AC3E}">
        <p14:creationId xmlns:p14="http://schemas.microsoft.com/office/powerpoint/2010/main" val="2556758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8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SD_LAN_pePresentationTitle"/>
          <p:cNvSpPr>
            <a:spLocks noGrp="1"/>
          </p:cNvSpPr>
          <p:nvPr>
            <p:ph type="ctrTitle" hasCustomPrompt="1"/>
          </p:nvPr>
        </p:nvSpPr>
        <p:spPr bwMode="gray">
          <a:xfrm>
            <a:off x="4212000" y="1530000"/>
            <a:ext cx="3780000" cy="3780000"/>
          </a:xfrm>
          <a:prstGeom prst="ellipse">
            <a:avLst/>
          </a:prstGeom>
          <a:ln w="25400">
            <a:solidFill>
              <a:schemeClr val="accent1"/>
            </a:solidFill>
          </a:ln>
        </p:spPr>
        <p:txBody>
          <a:bodyPr lIns="36000" tIns="36000" rIns="36000" bIns="36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GB"/>
              <a:t>Presentation title runs here</a:t>
            </a:r>
            <a:endParaRPr lang="en-GB" noProof="0"/>
          </a:p>
        </p:txBody>
      </p:sp>
      <p:sp>
        <p:nvSpPr>
          <p:cNvPr id="3" name="SD_LAN_pePresentationSubtitle"/>
          <p:cNvSpPr>
            <a:spLocks noGrp="1"/>
          </p:cNvSpPr>
          <p:nvPr>
            <p:ph type="subTitle" idx="1" hasCustomPrompt="1"/>
          </p:nvPr>
        </p:nvSpPr>
        <p:spPr bwMode="gray">
          <a:xfrm>
            <a:off x="475326" y="5845180"/>
            <a:ext cx="5620673"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GB"/>
              <a:t>Subtitle here two lines max</a:t>
            </a:r>
          </a:p>
        </p:txBody>
      </p:sp>
      <p:sp>
        <p:nvSpPr>
          <p:cNvPr id="16"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SD_ART_Logo_bmkAr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5438" y="464401"/>
            <a:ext cx="2286000" cy="1002013"/>
          </a:xfrm>
          <a:prstGeom prst="rect">
            <a:avLst/>
          </a:prstGeom>
        </p:spPr>
      </p:pic>
      <p:sp>
        <p:nvSpPr>
          <p:cNvPr id="4" name="Footer Placeholder 3" hidden="1"/>
          <p:cNvSpPr>
            <a:spLocks noGrp="1"/>
          </p:cNvSpPr>
          <p:nvPr>
            <p:ph type="ftr" sz="quarter" idx="11"/>
          </p:nvPr>
        </p:nvSpPr>
        <p:spPr>
          <a:xfrm>
            <a:off x="6184900" y="6476999"/>
            <a:ext cx="4536726" cy="244476"/>
          </a:xfrm>
          <a:prstGeom prst="rect">
            <a:avLst/>
          </a:prstGeom>
        </p:spPr>
        <p:txBody>
          <a:bodyPr/>
          <a:lstStyle>
            <a:lvl1pPr>
              <a:defRPr>
                <a:solidFill>
                  <a:schemeClr val="bg1"/>
                </a:solidFill>
              </a:defRPr>
            </a:lvl1pPr>
          </a:lstStyle>
          <a:p>
            <a:endParaRPr lang="en-GB"/>
          </a:p>
        </p:txBody>
      </p:sp>
      <p:sp>
        <p:nvSpPr>
          <p:cNvPr id="7" name="SD_LAN_peDocumentDate"/>
          <p:cNvSpPr>
            <a:spLocks noGrp="1"/>
          </p:cNvSpPr>
          <p:nvPr>
            <p:ph type="body" sz="quarter" idx="14" hasCustomPrompt="1"/>
          </p:nvPr>
        </p:nvSpPr>
        <p:spPr>
          <a:xfrm>
            <a:off x="469900" y="6376034"/>
            <a:ext cx="8323816" cy="277813"/>
          </a:xfrm>
        </p:spPr>
        <p:txBody>
          <a:bodyPr lIns="10800"/>
          <a:lstStyle>
            <a:lvl1pPr>
              <a:lnSpc>
                <a:spcPct val="106000"/>
              </a:lnSpc>
              <a:spcAft>
                <a:spcPts val="0"/>
              </a:spcAft>
              <a:defRPr sz="1000"/>
            </a:lvl1pPr>
          </a:lstStyle>
          <a:p>
            <a:pPr lvl="0"/>
            <a:r>
              <a:rPr lang="en-GB"/>
              <a:t>Name | Date</a:t>
            </a:r>
          </a:p>
        </p:txBody>
      </p:sp>
    </p:spTree>
    <p:extLst>
      <p:ext uri="{BB962C8B-B14F-4D97-AF65-F5344CB8AC3E}">
        <p14:creationId xmlns:p14="http://schemas.microsoft.com/office/powerpoint/2010/main" val="1644713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8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smtClean="0">
                <a:solidFill>
                  <a:schemeClr val="tx1"/>
                </a:solidFill>
              </a:rPr>
              <a:pPr marL="0" indent="0" algn="r">
                <a:spcBef>
                  <a:spcPts val="800"/>
                </a:spcBef>
                <a:buSzPct val="100000"/>
                <a:buFont typeface="Arial"/>
                <a:buNone/>
              </a:pPr>
              <a:t>‹#›</a:t>
            </a:fld>
            <a:endParaRPr lang="en-GB" sz="650" noProof="0">
              <a:solidFill>
                <a:schemeClr val="tx1"/>
              </a:solidFill>
            </a:endParaRPr>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21045741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smtClean="0">
                <a:solidFill>
                  <a:schemeClr val="tx1"/>
                </a:solidFill>
              </a:rPr>
              <a:pPr marL="0" indent="0" algn="r">
                <a:spcBef>
                  <a:spcPts val="800"/>
                </a:spcBef>
                <a:buSzPct val="100000"/>
                <a:buFont typeface="Arial"/>
                <a:buNone/>
              </a:pPr>
              <a:t>‹#›</a:t>
            </a:fld>
            <a:endParaRPr lang="en-GB" sz="650" noProof="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19764826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Ref idx="1001">
        <a:schemeClr val="bg1"/>
      </p:bgRef>
    </p:bg>
    <p:spTree>
      <p:nvGrpSpPr>
        <p:cNvPr id="1" name=""/>
        <p:cNvGrpSpPr/>
        <p:nvPr/>
      </p:nvGrpSpPr>
      <p:grpSpPr>
        <a:xfrm>
          <a:off x="0" y="0"/>
          <a:ext cx="0" cy="0"/>
          <a:chOff x="0" y="0"/>
          <a:chExt cx="0" cy="0"/>
        </a:xfrm>
      </p:grpSpPr>
      <p:sp>
        <p:nvSpPr>
          <p:cNvPr id="10" name="Colored background"/>
          <p:cNvSpPr/>
          <p:nvPr userDrawn="1"/>
        </p:nvSpPr>
        <p:spPr bwMode="gray">
          <a:xfrm>
            <a:off x="0" y="0"/>
            <a:ext cx="12189600" cy="6858000"/>
          </a:xfrm>
          <a:prstGeom prst="rect">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Click to edit Master text styles</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smtClean="0">
                <a:solidFill>
                  <a:schemeClr val="tx1"/>
                </a:solidFill>
              </a:rPr>
              <a:pPr marL="0" indent="0" algn="r">
                <a:spcBef>
                  <a:spcPts val="800"/>
                </a:spcBef>
                <a:buSzPct val="100000"/>
                <a:buFont typeface="Arial"/>
                <a:buNone/>
              </a:pPr>
              <a:t>‹#›</a:t>
            </a:fld>
            <a:endParaRPr lang="en-GB" sz="650" noProof="0">
              <a:solidFill>
                <a:schemeClr val="tx1"/>
              </a:solidFill>
            </a:endParaRPr>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16540214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Click to edit Master text styles</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smtClean="0">
                <a:solidFill>
                  <a:schemeClr val="tx1"/>
                </a:solidFill>
              </a:rPr>
              <a:pPr marL="0" indent="0" algn="r">
                <a:spcBef>
                  <a:spcPts val="800"/>
                </a:spcBef>
                <a:buSzPct val="100000"/>
                <a:buFont typeface="Arial"/>
                <a:buNone/>
              </a:pPr>
              <a:t>‹#›</a:t>
            </a:fld>
            <a:endParaRPr lang="en-GB" sz="650" noProof="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12723714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240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200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Click to edit Master text styles</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smtClean="0">
                <a:solidFill>
                  <a:schemeClr val="tx1"/>
                </a:solidFill>
              </a:rPr>
              <a:pPr marL="0" indent="0" algn="r">
                <a:spcBef>
                  <a:spcPts val="800"/>
                </a:spcBef>
                <a:buSzPct val="100000"/>
                <a:buFont typeface="Arial"/>
                <a:buNone/>
              </a:pPr>
              <a:t>‹#›</a:t>
            </a:fld>
            <a:endParaRPr lang="en-GB" sz="650" noProof="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19369789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Click to edit Master text styles</a:t>
            </a:r>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2879515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4"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Click to edit Master text styles</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smtClean="0">
                <a:solidFill>
                  <a:schemeClr val="tx1"/>
                </a:solidFill>
              </a:rPr>
              <a:pPr marL="0" indent="0" algn="r">
                <a:spcBef>
                  <a:spcPts val="800"/>
                </a:spcBef>
                <a:buSzPct val="100000"/>
                <a:buFont typeface="Arial"/>
                <a:buNone/>
              </a:pPr>
              <a:t>‹#›</a:t>
            </a:fld>
            <a:endParaRPr lang="en-GB" sz="650" noProof="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8868815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Click to edit Master text styles</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smtClean="0">
                <a:solidFill>
                  <a:schemeClr val="tx1"/>
                </a:solidFill>
              </a:rPr>
              <a:pPr marL="0" indent="0" algn="r">
                <a:spcBef>
                  <a:spcPts val="800"/>
                </a:spcBef>
                <a:buSzPct val="100000"/>
                <a:buFont typeface="Arial"/>
                <a:buNone/>
              </a:pPr>
              <a:t>‹#›</a:t>
            </a:fld>
            <a:endParaRPr lang="en-GB" sz="650" noProof="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18385676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097A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17"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Click to edit Master text styles</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smtClean="0">
                <a:solidFill>
                  <a:schemeClr val="tx1"/>
                </a:solidFill>
              </a:rPr>
              <a:pPr marL="0" indent="0" algn="r">
                <a:spcBef>
                  <a:spcPts val="800"/>
                </a:spcBef>
                <a:buSzPct val="100000"/>
                <a:buFont typeface="Arial"/>
                <a:buNone/>
              </a:pPr>
              <a:t>‹#›</a:t>
            </a:fld>
            <a:endParaRPr lang="en-GB" sz="650" noProof="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1267375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_Key statement teal">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chemeClr val="accent5">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17" name="Text Placeholder 3"/>
          <p:cNvSpPr>
            <a:spLocks noGrp="1"/>
          </p:cNvSpPr>
          <p:nvPr>
            <p:ph type="body" sz="quarter" idx="10"/>
          </p:nvPr>
        </p:nvSpPr>
        <p:spPr>
          <a:xfrm>
            <a:off x="480484" y="3014835"/>
            <a:ext cx="9029604" cy="828329"/>
          </a:xfrm>
          <a:prstGeom prst="rect">
            <a:avLst/>
          </a:prstGeom>
        </p:spPr>
        <p:txBody>
          <a:bodyPr>
            <a:normAutofit/>
          </a:bodyPr>
          <a:lstStyle>
            <a:lvl1pPr>
              <a:spcBef>
                <a:spcPts val="4800"/>
              </a:spcBef>
              <a:defRPr sz="3800" b="1">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Click to edit Master text styles</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smtClean="0">
                <a:solidFill>
                  <a:schemeClr val="tx1"/>
                </a:solidFill>
              </a:rPr>
              <a:pPr marL="0" indent="0" algn="r">
                <a:spcBef>
                  <a:spcPts val="800"/>
                </a:spcBef>
                <a:buSzPct val="100000"/>
                <a:buFont typeface="Arial"/>
                <a:buNone/>
              </a:pPr>
              <a:t>‹#›</a:t>
            </a:fld>
            <a:endParaRPr lang="en-GB" sz="650" noProof="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35724668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Click to edit Master text styles</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smtClean="0">
                <a:solidFill>
                  <a:schemeClr val="tx1"/>
                </a:solidFill>
              </a:rPr>
              <a:pPr marL="0" indent="0" algn="r">
                <a:spcBef>
                  <a:spcPts val="800"/>
                </a:spcBef>
                <a:buSzPct val="100000"/>
                <a:buFont typeface="Arial"/>
                <a:buNone/>
              </a:pPr>
              <a:t>‹#›</a:t>
            </a:fld>
            <a:endParaRPr lang="en-GB" sz="650" noProof="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25224867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Click to edit Master text styles</a:t>
            </a: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marL="475188" indent="0">
              <a:buNone/>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236510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5" name="Picture Placeholder 9"/>
          <p:cNvSpPr>
            <a:spLocks noGrp="1"/>
          </p:cNvSpPr>
          <p:nvPr>
            <p:ph type="pic" sz="quarter" idx="15"/>
          </p:nvPr>
        </p:nvSpPr>
        <p:spPr>
          <a:xfrm>
            <a:off x="5604867" y="1700213"/>
            <a:ext cx="6117233" cy="4598988"/>
          </a:xfrm>
        </p:spPr>
        <p:txBody>
          <a:bodyPr/>
          <a:lstStyle/>
          <a:p>
            <a:r>
              <a:rPr lang="en-GB" noProof="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2" name="Footer Placeholder 1"/>
          <p:cNvSpPr>
            <a:spLocks noGrp="1"/>
          </p:cNvSpPr>
          <p:nvPr>
            <p:ph type="ftr" sz="quarter" idx="16"/>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463979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388109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3272647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412778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8"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8" name="Text Placeholder 8"/>
          <p:cNvSpPr>
            <a:spLocks noGrp="1"/>
          </p:cNvSpPr>
          <p:nvPr>
            <p:ph type="body" sz="quarter" idx="18"/>
          </p:nvPr>
        </p:nvSpPr>
        <p:spPr>
          <a:xfrm>
            <a:off x="471600" y="1666800"/>
            <a:ext cx="11252200" cy="357187"/>
          </a:xfrm>
        </p:spPr>
        <p:txBody>
          <a:bodyPr/>
          <a:lstStyle/>
          <a:p>
            <a:pPr lvl="0"/>
            <a:r>
              <a:rPr lang="en-GB" noProof="0"/>
              <a:t>Click to edit Master text styles</a:t>
            </a:r>
          </a:p>
        </p:txBody>
      </p:sp>
      <p:sp>
        <p:nvSpPr>
          <p:cNvPr id="1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Click to edit Master text styles</a:t>
            </a:r>
          </a:p>
        </p:txBody>
      </p:sp>
      <p:sp>
        <p:nvSpPr>
          <p:cNvPr id="17" name="Chart Placeholder 3"/>
          <p:cNvSpPr>
            <a:spLocks noGrp="1"/>
          </p:cNvSpPr>
          <p:nvPr>
            <p:ph type="chart" sz="quarter" idx="15"/>
          </p:nvPr>
        </p:nvSpPr>
        <p:spPr>
          <a:xfrm>
            <a:off x="471600" y="2052000"/>
            <a:ext cx="11252200" cy="3931200"/>
          </a:xfrm>
          <a:prstGeom prst="rect">
            <a:avLst/>
          </a:prstGeom>
        </p:spPr>
        <p:txBody>
          <a:bodyPr/>
          <a:lstStyle/>
          <a:p>
            <a:r>
              <a:rPr lang="en-GB" noProof="0"/>
              <a:t>Click icon to add chart</a:t>
            </a:r>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1829702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3 chart">
    <p:spTree>
      <p:nvGrpSpPr>
        <p:cNvPr id="1" name=""/>
        <p:cNvGrpSpPr/>
        <p:nvPr/>
      </p:nvGrpSpPr>
      <p:grpSpPr>
        <a:xfrm>
          <a:off x="0" y="0"/>
          <a:ext cx="0" cy="0"/>
          <a:chOff x="0" y="0"/>
          <a:chExt cx="0" cy="0"/>
        </a:xfrm>
      </p:grpSpPr>
      <p:sp>
        <p:nvSpPr>
          <p:cNvPr id="18" name="Text Placeholder 8"/>
          <p:cNvSpPr>
            <a:spLocks noGrp="1"/>
          </p:cNvSpPr>
          <p:nvPr>
            <p:ph type="body" sz="quarter" idx="18"/>
          </p:nvPr>
        </p:nvSpPr>
        <p:spPr>
          <a:xfrm>
            <a:off x="468000" y="1665289"/>
            <a:ext cx="3600000" cy="392112"/>
          </a:xfrm>
        </p:spPr>
        <p:txBody>
          <a:bodyPr/>
          <a:lstStyle/>
          <a:p>
            <a:pPr lvl="0"/>
            <a:r>
              <a:rPr lang="en-GB" noProof="0"/>
              <a:t>Click to edit Master text styles</a:t>
            </a:r>
          </a:p>
        </p:txBody>
      </p:sp>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GB" noProof="0"/>
              <a:t>Click icon to add chart</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GB" noProof="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GB" noProof="0"/>
              <a:t>Click to 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GB" noProof="0"/>
              <a:t>Click icon to add chart</a:t>
            </a:r>
          </a:p>
        </p:txBody>
      </p:sp>
      <p:sp>
        <p:nvSpPr>
          <p:cNvPr id="10" name="Text Placeholder 8"/>
          <p:cNvSpPr>
            <a:spLocks noGrp="1"/>
          </p:cNvSpPr>
          <p:nvPr>
            <p:ph type="body" sz="quarter" idx="22"/>
          </p:nvPr>
        </p:nvSpPr>
        <p:spPr>
          <a:xfrm>
            <a:off x="8086959" y="1666800"/>
            <a:ext cx="3600000" cy="398256"/>
          </a:xfrm>
        </p:spPr>
        <p:txBody>
          <a:bodyPr/>
          <a:lstStyle/>
          <a:p>
            <a:pPr lvl="0"/>
            <a:r>
              <a:rPr lang="en-GB" noProof="0"/>
              <a:t>Click to edit Master text styles</a:t>
            </a:r>
          </a:p>
        </p:txBody>
      </p:sp>
      <p:sp>
        <p:nvSpPr>
          <p:cNvPr id="11"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Click to edit Master text styles</a:t>
            </a:r>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221508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716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5" name="Content Placeholder 3"/>
          <p:cNvSpPr>
            <a:spLocks noGrp="1"/>
          </p:cNvSpPr>
          <p:nvPr>
            <p:ph sz="quarter" idx="20"/>
          </p:nvPr>
        </p:nvSpPr>
        <p:spPr>
          <a:xfrm>
            <a:off x="6394100" y="1666800"/>
            <a:ext cx="5328000" cy="4622400"/>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1842891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1000"/>
            </a:lvl6pPr>
            <a:lvl7pPr>
              <a:defRPr sz="1000"/>
            </a:lvl7pPr>
            <a:lvl8pPr>
              <a:defRPr sz="1000"/>
            </a:lvl8pPr>
            <a:lvl9pPr>
              <a:defRPr sz="1000"/>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1000"/>
            </a:lvl6pPr>
            <a:lvl7pPr>
              <a:defRPr sz="1000"/>
            </a:lvl7pPr>
            <a:lvl8pPr>
              <a:defRPr sz="1000"/>
            </a:lvl8pPr>
            <a:lvl9pPr>
              <a:defRPr sz="1000"/>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1031036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vl6pPr marL="475188" indent="0">
              <a:buNone/>
              <a:defRPr/>
            </a:lvl6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GB" noProof="0"/>
              <a:t>Click icon to add chart</a:t>
            </a:r>
          </a:p>
        </p:txBody>
      </p:sp>
      <p:sp>
        <p:nvSpPr>
          <p:cNvPr id="6" name="Text Placeholder 5"/>
          <p:cNvSpPr>
            <a:spLocks noGrp="1"/>
          </p:cNvSpPr>
          <p:nvPr>
            <p:ph type="body" sz="quarter" idx="22"/>
          </p:nvPr>
        </p:nvSpPr>
        <p:spPr>
          <a:xfrm>
            <a:off x="6239584" y="1666800"/>
            <a:ext cx="5482516" cy="420687"/>
          </a:xfrm>
        </p:spPr>
        <p:txBody>
          <a:bodyPr>
            <a:noAutofit/>
          </a:bodyPr>
          <a:lstStyle/>
          <a:p>
            <a:pPr lvl="0"/>
            <a:r>
              <a:rPr lang="en-GB" noProof="0"/>
              <a:t>Click to edit Master text styles</a:t>
            </a:r>
          </a:p>
        </p:txBody>
      </p:sp>
      <p:sp>
        <p:nvSpPr>
          <p:cNvPr id="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Click to edit Master text styles</a:t>
            </a:r>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217946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GB" noProof="0"/>
              <a:t>Click icon to add chart</a:t>
            </a:r>
          </a:p>
        </p:txBody>
      </p:sp>
      <p:sp>
        <p:nvSpPr>
          <p:cNvPr id="6" name="Text Placeholder 5"/>
          <p:cNvSpPr>
            <a:spLocks noGrp="1"/>
          </p:cNvSpPr>
          <p:nvPr>
            <p:ph type="body" sz="quarter" idx="22"/>
          </p:nvPr>
        </p:nvSpPr>
        <p:spPr>
          <a:xfrm>
            <a:off x="6239585" y="1666800"/>
            <a:ext cx="5482516" cy="420687"/>
          </a:xfrm>
        </p:spPr>
        <p:txBody>
          <a:bodyPr>
            <a:noAutofit/>
          </a:bodyPr>
          <a:lstStyle/>
          <a:p>
            <a:pPr lvl="0"/>
            <a:r>
              <a:rPr lang="en-GB" noProof="0"/>
              <a:t>Click to 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GB" noProof="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GB" noProof="0"/>
              <a:t>Click to edit Master text styles</a:t>
            </a:r>
          </a:p>
        </p:txBody>
      </p:sp>
      <p:sp>
        <p:nvSpPr>
          <p:cNvPr id="14"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Click to edit Master text styles</a:t>
            </a:r>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2" name="Footer Placeholder 1"/>
          <p:cNvSpPr>
            <a:spLocks noGrp="1"/>
          </p:cNvSpPr>
          <p:nvPr>
            <p:ph type="ftr" sz="quarter" idx="26"/>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1200285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8" name="Content Placeholder 3"/>
          <p:cNvSpPr>
            <a:spLocks noGrp="1"/>
          </p:cNvSpPr>
          <p:nvPr>
            <p:ph sz="quarter" idx="16"/>
          </p:nvPr>
        </p:nvSpPr>
        <p:spPr>
          <a:xfrm>
            <a:off x="5482100" y="1665289"/>
            <a:ext cx="6240000"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2" name="Footer Placeholder 1"/>
          <p:cNvSpPr>
            <a:spLocks noGrp="1"/>
          </p:cNvSpPr>
          <p:nvPr>
            <p:ph type="ftr" sz="quarter" idx="17"/>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189027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2" name="Footer Placeholder 1"/>
          <p:cNvSpPr>
            <a:spLocks noGrp="1"/>
          </p:cNvSpPr>
          <p:nvPr>
            <p:ph type="ftr" sz="quarter" idx="17"/>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980198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GB" noProof="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GB" noProof="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GB" noProof="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GB" noProof="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240006" indent="0">
              <a:spcAft>
                <a:spcPts val="0"/>
              </a:spcAft>
              <a:buFont typeface="Verdana" panose="020B0604030504040204" pitchFamily="34" charset="0"/>
              <a:buNone/>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0" name="Text Placeholder 8"/>
          <p:cNvSpPr>
            <a:spLocks noGrp="1"/>
          </p:cNvSpPr>
          <p:nvPr>
            <p:ph type="body" sz="quarter" idx="18"/>
          </p:nvPr>
        </p:nvSpPr>
        <p:spPr>
          <a:xfrm>
            <a:off x="6207211" y="3079742"/>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1" name="Text Placeholder 8"/>
          <p:cNvSpPr>
            <a:spLocks noGrp="1"/>
          </p:cNvSpPr>
          <p:nvPr>
            <p:ph type="body" sz="quarter" idx="19"/>
          </p:nvPr>
        </p:nvSpPr>
        <p:spPr>
          <a:xfrm>
            <a:off x="3344787" y="3076573"/>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2" name="Text Placeholder 8"/>
          <p:cNvSpPr>
            <a:spLocks noGrp="1"/>
          </p:cNvSpPr>
          <p:nvPr>
            <p:ph type="body" sz="quarter" idx="20"/>
          </p:nvPr>
        </p:nvSpPr>
        <p:spPr>
          <a:xfrm>
            <a:off x="9069636" y="3079742"/>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2" name="Footer Placeholder 1"/>
          <p:cNvSpPr>
            <a:spLocks noGrp="1"/>
          </p:cNvSpPr>
          <p:nvPr>
            <p:ph type="ftr" sz="quarter" idx="22"/>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3930325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GB" noProof="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GB" noProof="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GB" noProof="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GB" noProof="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a:spcAft>
                <a:spcPts val="0"/>
              </a:spcAft>
              <a:defRPr b="1"/>
            </a:lvl1pPr>
            <a:lvl2pPr>
              <a:spcAft>
                <a:spcPts val="0"/>
              </a:spcAft>
              <a:defRPr b="0"/>
            </a:lvl2pPr>
            <a:lvl3pPr marL="0" indent="0">
              <a:buNone/>
              <a:defRPr/>
            </a:lvl3pPr>
          </a:lstStyle>
          <a:p>
            <a:pPr lvl="0"/>
            <a:r>
              <a:rPr lang="en-GB" noProof="0"/>
              <a:t>Click to edit Master text styles</a:t>
            </a:r>
          </a:p>
          <a:p>
            <a:pPr lvl="1"/>
            <a:r>
              <a:rPr lang="en-GB"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a:spcAft>
                <a:spcPts val="0"/>
              </a:spcAft>
              <a:defRPr b="1"/>
            </a:lvl1pPr>
            <a:lvl2pPr>
              <a:spcAft>
                <a:spcPts val="0"/>
              </a:spcAft>
              <a:defRPr b="0"/>
            </a:lvl2pPr>
          </a:lstStyle>
          <a:p>
            <a:pPr lvl="0"/>
            <a:r>
              <a:rPr lang="en-GB" noProof="0"/>
              <a:t>Click to edit Master text styles</a:t>
            </a:r>
          </a:p>
          <a:p>
            <a:pPr lvl="1"/>
            <a:r>
              <a:rPr lang="en-GB"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a:spcAft>
                <a:spcPts val="0"/>
              </a:spcAft>
              <a:defRPr b="1"/>
            </a:lvl1pPr>
            <a:lvl2pPr>
              <a:spcAft>
                <a:spcPts val="0"/>
              </a:spcAft>
              <a:defRPr b="0"/>
            </a:lvl2pPr>
          </a:lstStyle>
          <a:p>
            <a:pPr lvl="0"/>
            <a:r>
              <a:rPr lang="en-GB" noProof="0"/>
              <a:t>Click to edit Master text styles</a:t>
            </a:r>
          </a:p>
          <a:p>
            <a:pPr lvl="1"/>
            <a:r>
              <a:rPr lang="en-GB"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a:spcAft>
                <a:spcPts val="0"/>
              </a:spcAft>
              <a:defRPr b="1"/>
            </a:lvl1pPr>
            <a:lvl2pPr>
              <a:spcAft>
                <a:spcPts val="0"/>
              </a:spcAft>
              <a:defRPr b="0"/>
            </a:lvl2pPr>
          </a:lstStyle>
          <a:p>
            <a:pPr lvl="0"/>
            <a:r>
              <a:rPr lang="en-GB" noProof="0"/>
              <a:t>Click to edit Master text styles</a:t>
            </a:r>
          </a:p>
          <a:p>
            <a:pPr lvl="1"/>
            <a:r>
              <a:rPr lang="en-GB" noProof="0"/>
              <a:t>Second level</a:t>
            </a:r>
          </a:p>
        </p:txBody>
      </p:sp>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2" name="Footer Placeholder 1"/>
          <p:cNvSpPr>
            <a:spLocks noGrp="1"/>
          </p:cNvSpPr>
          <p:nvPr>
            <p:ph type="ftr" sz="quarter" idx="36"/>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3705043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3 picture &amp;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69900" y="1700213"/>
            <a:ext cx="3627438" cy="2052830"/>
          </a:xfrm>
        </p:spPr>
        <p:txBody>
          <a:bodyPr/>
          <a:lstStyle/>
          <a:p>
            <a:r>
              <a:rPr lang="en-GB" noProof="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GB" noProof="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GB" noProof="0"/>
              <a:t>Click icon to add picture</a:t>
            </a:r>
          </a:p>
        </p:txBody>
      </p:sp>
      <p:sp>
        <p:nvSpPr>
          <p:cNvPr id="9" name="Text Placeholder 18"/>
          <p:cNvSpPr>
            <a:spLocks noGrp="1"/>
          </p:cNvSpPr>
          <p:nvPr>
            <p:ph idx="1" hasCustomPrompt="1"/>
          </p:nvPr>
        </p:nvSpPr>
        <p:spPr>
          <a:xfrm>
            <a:off x="469900" y="3832225"/>
            <a:ext cx="3627438" cy="2181440"/>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2" name="Footer Placeholder 1"/>
          <p:cNvSpPr>
            <a:spLocks noGrp="1"/>
          </p:cNvSpPr>
          <p:nvPr>
            <p:ph type="ftr" sz="quarter" idx="19"/>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3395560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4" name="Text Placeholder 8"/>
          <p:cNvSpPr>
            <a:spLocks noGrp="1"/>
          </p:cNvSpPr>
          <p:nvPr>
            <p:ph type="body" sz="quarter" idx="13" hasCustomPrompt="1"/>
          </p:nvPr>
        </p:nvSpPr>
        <p:spPr>
          <a:xfrm>
            <a:off x="469900" y="815858"/>
            <a:ext cx="11252200" cy="757255"/>
          </a:xfrm>
          <a:prstGeom prst="rect">
            <a:avLst/>
          </a:prstGeom>
        </p:spPr>
        <p:txBody>
          <a:bodyPr lIns="0" tIns="0" rIns="0" bIns="0">
            <a:noAutofit/>
          </a:bodyPr>
          <a:lstStyle>
            <a:lvl1pPr marL="0" indent="0">
              <a:buNone/>
              <a:defRPr sz="1400" b="0">
                <a:solidFill>
                  <a:srgbClr val="575757"/>
                </a:solidFill>
              </a:defRPr>
            </a:lvl1pPr>
          </a:lstStyle>
          <a:p>
            <a:pPr lvl="0"/>
            <a:r>
              <a:rPr lang="en-GB" noProof="0"/>
              <a:t>Click to add subtitle</a:t>
            </a:r>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a:p>
        </p:txBody>
      </p:sp>
      <p:sp>
        <p:nvSpPr>
          <p:cNvPr id="6" name="Copyright"/>
          <p:cNvSpPr txBox="1"/>
          <p:nvPr userDrawn="1"/>
        </p:nvSpPr>
        <p:spPr>
          <a:xfrm>
            <a:off x="469900" y="6520215"/>
            <a:ext cx="4016376" cy="201260"/>
          </a:xfrm>
          <a:prstGeom prst="rect">
            <a:avLst/>
          </a:prstGeom>
          <a:noFill/>
        </p:spPr>
        <p:txBody>
          <a:bodyPr vert="horz" wrap="square" lIns="0" tIns="0" rIns="0" bIns="0" rtlCol="0" anchor="t">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defTabSz="914400" rtl="0" eaLnBrk="1" latinLnBrk="0" hangingPunct="1">
              <a:spcBef>
                <a:spcPts val="600"/>
              </a:spcBef>
              <a:buSzPct val="100000"/>
              <a:buFont typeface="Arial"/>
              <a:buNone/>
            </a:pPr>
            <a:r>
              <a:rPr lang="en-US" sz="700" b="0" noProof="0">
                <a:solidFill>
                  <a:schemeClr val="tx1"/>
                </a:solidFill>
                <a:latin typeface="+mn-lt"/>
              </a:rPr>
              <a:t>Copyright © 2018 Deloitte Development LLC. All rights reserved.</a:t>
            </a:r>
          </a:p>
        </p:txBody>
      </p:sp>
    </p:spTree>
    <p:extLst>
      <p:ext uri="{BB962C8B-B14F-4D97-AF65-F5344CB8AC3E}">
        <p14:creationId xmlns:p14="http://schemas.microsoft.com/office/powerpoint/2010/main" val="42819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14" name="Text Placeholder 8"/>
          <p:cNvSpPr>
            <a:spLocks noGrp="1"/>
          </p:cNvSpPr>
          <p:nvPr>
            <p:ph type="body" sz="quarter" idx="17"/>
          </p:nvPr>
        </p:nvSpPr>
        <p:spPr>
          <a:xfrm>
            <a:off x="469899"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239994" indent="0">
              <a:spcAft>
                <a:spcPts val="1333"/>
              </a:spcAft>
              <a:buFont typeface="Verdana" panose="020B0604030504040204" pitchFamily="34" charset="0"/>
              <a:buNone/>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2" name="Content Placeholder 9"/>
          <p:cNvSpPr>
            <a:spLocks noGrp="1"/>
          </p:cNvSpPr>
          <p:nvPr>
            <p:ph sz="quarter" idx="22" hasCustomPrompt="1"/>
          </p:nvPr>
        </p:nvSpPr>
        <p:spPr>
          <a:xfrm>
            <a:off x="4734795" y="1857891"/>
            <a:ext cx="1270718" cy="720000"/>
          </a:xfrm>
        </p:spPr>
        <p:txBody>
          <a:bodyPr>
            <a:noAutofit/>
          </a:bodyPr>
          <a:lstStyle>
            <a:lvl1pPr algn="ctr">
              <a:defRPr sz="900" baseline="0"/>
            </a:lvl1pPr>
          </a:lstStyle>
          <a:p>
            <a:pPr lvl="0"/>
            <a:r>
              <a:rPr lang="en-GB"/>
              <a:t>Click here, go to INSERT tab and choose Pictures to insert Co-brand Logo</a:t>
            </a:r>
          </a:p>
        </p:txBody>
      </p:sp>
      <p:sp>
        <p:nvSpPr>
          <p:cNvPr id="15" name="Text Placeholder 8"/>
          <p:cNvSpPr>
            <a:spLocks noGrp="1"/>
          </p:cNvSpPr>
          <p:nvPr>
            <p:ph type="body" sz="quarter" idx="21"/>
          </p:nvPr>
        </p:nvSpPr>
        <p:spPr>
          <a:xfrm>
            <a:off x="6177462"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3" name="Content Placeholder 10"/>
          <p:cNvSpPr>
            <a:spLocks noGrp="1"/>
          </p:cNvSpPr>
          <p:nvPr>
            <p:ph sz="quarter" idx="23" hasCustomPrompt="1"/>
          </p:nvPr>
        </p:nvSpPr>
        <p:spPr>
          <a:xfrm>
            <a:off x="10451382" y="1857891"/>
            <a:ext cx="1270718" cy="720000"/>
          </a:xfrm>
        </p:spPr>
        <p:txBody>
          <a:bodyPr>
            <a:noAutofit/>
          </a:bodyPr>
          <a:lstStyle>
            <a:lvl1pPr algn="ctr">
              <a:defRPr sz="900" baseline="0"/>
            </a:lvl1pPr>
          </a:lstStyle>
          <a:p>
            <a:pPr lvl="0"/>
            <a:r>
              <a:rPr lang="en-GB"/>
              <a:t>Click here, go to INSERT tab and choose Pictures to insert Co-brand Logo</a:t>
            </a:r>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GB" sz="1467" noProof="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GB" sz="1467" noProof="0">
              <a:solidFill>
                <a:schemeClr val="bg1"/>
              </a:solidFill>
            </a:endParaRPr>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4239408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8" name="Text Placeholder 8"/>
          <p:cNvSpPr>
            <a:spLocks noGrp="1"/>
          </p:cNvSpPr>
          <p:nvPr>
            <p:ph type="body" sz="quarter" idx="17"/>
          </p:nvPr>
        </p:nvSpPr>
        <p:spPr>
          <a:xfrm>
            <a:off x="469899"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6" name="Content Placeholder 9"/>
          <p:cNvSpPr>
            <a:spLocks noGrp="1"/>
          </p:cNvSpPr>
          <p:nvPr>
            <p:ph sz="quarter" idx="26" hasCustomPrompt="1"/>
          </p:nvPr>
        </p:nvSpPr>
        <p:spPr>
          <a:xfrm>
            <a:off x="4734795" y="1857891"/>
            <a:ext cx="1270718" cy="720000"/>
          </a:xfrm>
        </p:spPr>
        <p:txBody>
          <a:bodyPr>
            <a:noAutofit/>
          </a:bodyPr>
          <a:lstStyle>
            <a:lvl1pPr algn="ctr">
              <a:defRPr sz="900" baseline="0"/>
            </a:lvl1pPr>
          </a:lstStyle>
          <a:p>
            <a:pPr lvl="0"/>
            <a:r>
              <a:rPr lang="en-GB"/>
              <a:t>Click here, go to INSERT tab and choose Pictures to insert Co-brand Logo</a:t>
            </a:r>
          </a:p>
        </p:txBody>
      </p:sp>
      <p:sp>
        <p:nvSpPr>
          <p:cNvPr id="9" name="Text Placeholder 8"/>
          <p:cNvSpPr>
            <a:spLocks noGrp="1"/>
          </p:cNvSpPr>
          <p:nvPr>
            <p:ph type="body" sz="quarter" idx="21"/>
          </p:nvPr>
        </p:nvSpPr>
        <p:spPr>
          <a:xfrm>
            <a:off x="6177462"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0" name="Content Placeholder 10"/>
          <p:cNvSpPr>
            <a:spLocks noGrp="1"/>
          </p:cNvSpPr>
          <p:nvPr>
            <p:ph sz="quarter" idx="27" hasCustomPrompt="1"/>
          </p:nvPr>
        </p:nvSpPr>
        <p:spPr>
          <a:xfrm>
            <a:off x="10451382" y="1857891"/>
            <a:ext cx="1270718" cy="720000"/>
          </a:xfrm>
        </p:spPr>
        <p:txBody>
          <a:bodyPr>
            <a:noAutofit/>
          </a:bodyPr>
          <a:lstStyle>
            <a:lvl1pPr algn="ctr">
              <a:defRPr sz="900" baseline="0"/>
            </a:lvl1pPr>
          </a:lstStyle>
          <a:p>
            <a:pPr lvl="0"/>
            <a:r>
              <a:rPr lang="en-GB"/>
              <a:t>Click here, go to INSERT tab and choose Pictures to insert Co-brand Logo</a:t>
            </a:r>
          </a:p>
        </p:txBody>
      </p:sp>
      <p:sp>
        <p:nvSpPr>
          <p:cNvPr id="10" name="Text Placeholder 8"/>
          <p:cNvSpPr>
            <a:spLocks noGrp="1"/>
          </p:cNvSpPr>
          <p:nvPr>
            <p:ph type="body" sz="quarter" idx="22"/>
          </p:nvPr>
        </p:nvSpPr>
        <p:spPr>
          <a:xfrm>
            <a:off x="469899"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1" name="Content Placeholder 11"/>
          <p:cNvSpPr>
            <a:spLocks noGrp="1"/>
          </p:cNvSpPr>
          <p:nvPr>
            <p:ph sz="quarter" idx="28" hasCustomPrompt="1"/>
          </p:nvPr>
        </p:nvSpPr>
        <p:spPr>
          <a:xfrm>
            <a:off x="4742449" y="4248208"/>
            <a:ext cx="1270718" cy="720000"/>
          </a:xfrm>
        </p:spPr>
        <p:txBody>
          <a:bodyPr>
            <a:noAutofit/>
          </a:bodyPr>
          <a:lstStyle>
            <a:lvl1pPr algn="ctr">
              <a:defRPr sz="900" baseline="0"/>
            </a:lvl1pPr>
          </a:lstStyle>
          <a:p>
            <a:pPr lvl="0"/>
            <a:r>
              <a:rPr lang="en-GB"/>
              <a:t>Click here, go to INSERT tab and choose Pictures to insert Co-brand Logo</a:t>
            </a:r>
          </a:p>
        </p:txBody>
      </p:sp>
      <p:sp>
        <p:nvSpPr>
          <p:cNvPr id="11" name="Text Placeholder 8"/>
          <p:cNvSpPr>
            <a:spLocks noGrp="1"/>
          </p:cNvSpPr>
          <p:nvPr>
            <p:ph type="body" sz="quarter" idx="23"/>
          </p:nvPr>
        </p:nvSpPr>
        <p:spPr>
          <a:xfrm>
            <a:off x="6177460"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2" name="Content Placeholder 12"/>
          <p:cNvSpPr>
            <a:spLocks noGrp="1"/>
          </p:cNvSpPr>
          <p:nvPr>
            <p:ph sz="quarter" idx="29" hasCustomPrompt="1"/>
          </p:nvPr>
        </p:nvSpPr>
        <p:spPr>
          <a:xfrm>
            <a:off x="10451382" y="4248208"/>
            <a:ext cx="1270718" cy="720000"/>
          </a:xfrm>
        </p:spPr>
        <p:txBody>
          <a:bodyPr>
            <a:noAutofit/>
          </a:bodyPr>
          <a:lstStyle>
            <a:lvl1pPr algn="ctr">
              <a:defRPr sz="900" baseline="0"/>
            </a:lvl1pPr>
          </a:lstStyle>
          <a:p>
            <a:pPr lvl="0"/>
            <a:r>
              <a:rPr lang="en-GB"/>
              <a:t>Click here, go to INSERT tab and choose Pictures to insert Co-brand Logo</a:t>
            </a:r>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a:solidFill>
                <a:schemeClr val="bg1"/>
              </a:solidFill>
            </a:endParaRP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a:solidFill>
                <a:schemeClr val="bg1"/>
              </a:solidFill>
            </a:endParaRPr>
          </a:p>
        </p:txBody>
      </p:sp>
      <p:sp>
        <p:nvSpPr>
          <p:cNvPr id="2" name="Footer Placeholder 1"/>
          <p:cNvSpPr>
            <a:spLocks noGrp="1"/>
          </p:cNvSpPr>
          <p:nvPr>
            <p:ph type="ftr" sz="quarter" idx="30"/>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3897561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7" name="Text Placeholder 8"/>
          <p:cNvSpPr>
            <a:spLocks noGrp="1"/>
          </p:cNvSpPr>
          <p:nvPr>
            <p:ph type="body" sz="quarter" idx="17"/>
          </p:nvPr>
        </p:nvSpPr>
        <p:spPr>
          <a:xfrm>
            <a:off x="4278313" y="1851441"/>
            <a:ext cx="3636962"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8" name="Text Placeholder 8"/>
          <p:cNvSpPr>
            <a:spLocks noGrp="1"/>
          </p:cNvSpPr>
          <p:nvPr>
            <p:ph type="body" sz="quarter" idx="18"/>
          </p:nvPr>
        </p:nvSpPr>
        <p:spPr>
          <a:xfrm>
            <a:off x="469900" y="1851441"/>
            <a:ext cx="3627438"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9" name="Text Placeholder 8"/>
          <p:cNvSpPr>
            <a:spLocks noGrp="1"/>
          </p:cNvSpPr>
          <p:nvPr>
            <p:ph type="body" sz="quarter" idx="19"/>
          </p:nvPr>
        </p:nvSpPr>
        <p:spPr>
          <a:xfrm>
            <a:off x="8093075" y="1851441"/>
            <a:ext cx="3629025"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2" name="Footer Placeholder 1"/>
          <p:cNvSpPr>
            <a:spLocks noGrp="1"/>
          </p:cNvSpPr>
          <p:nvPr>
            <p:ph type="ftr" sz="quarter" idx="20"/>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1735867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0"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2912430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Ref idx="1001">
        <a:schemeClr val="bg1"/>
      </p:bgRef>
    </p:bg>
    <p:spTree>
      <p:nvGrpSpPr>
        <p:cNvPr id="1" name=""/>
        <p:cNvGrpSpPr/>
        <p:nvPr/>
      </p:nvGrpSpPr>
      <p:grpSpPr>
        <a:xfrm>
          <a:off x="0" y="0"/>
          <a:ext cx="0" cy="0"/>
          <a:chOff x="0" y="0"/>
          <a:chExt cx="0" cy="0"/>
        </a:xfrm>
      </p:grpSpPr>
      <p:sp>
        <p:nvSpPr>
          <p:cNvPr id="11"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4" name="Text Placeholder 8"/>
          <p:cNvSpPr>
            <a:spLocks noGrp="1"/>
          </p:cNvSpPr>
          <p:nvPr>
            <p:ph type="body" sz="quarter" idx="17"/>
          </p:nvPr>
        </p:nvSpPr>
        <p:spPr>
          <a:xfrm>
            <a:off x="469903"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smtClean="0">
                <a:solidFill>
                  <a:schemeClr val="tx1"/>
                </a:solidFill>
              </a:rPr>
              <a:pPr marL="0" indent="0" algn="r">
                <a:spcBef>
                  <a:spcPts val="800"/>
                </a:spcBef>
                <a:buSzPct val="100000"/>
                <a:buFont typeface="Arial"/>
                <a:buNone/>
              </a:pPr>
              <a:t>‹#›</a:t>
            </a:fld>
            <a:endParaRPr lang="en-GB" sz="650" noProof="0">
              <a:solidFill>
                <a:schemeClr val="tx1"/>
              </a:solidFill>
            </a:endParaRPr>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solidFill>
                  <a:schemeClr val="tx1"/>
                </a:solidFill>
              </a:defRPr>
            </a:lvl1pPr>
          </a:lstStyle>
          <a:p>
            <a:r>
              <a:rPr lang="en-GB" noProof="0"/>
              <a:t>Click to edit Master title style</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tx1"/>
                </a:solidFill>
              </a:defRPr>
            </a:lvl1pPr>
          </a:lstStyle>
          <a:p>
            <a:pPr lvl="0"/>
            <a:r>
              <a:rPr lang="en-GB" noProof="0"/>
              <a:t>Click to add subtitle</a:t>
            </a:r>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40443708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71600" y="1665817"/>
            <a:ext cx="5537730" cy="4633383"/>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4167089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3242278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a:p>
        </p:txBody>
      </p:sp>
    </p:spTree>
    <p:extLst>
      <p:ext uri="{BB962C8B-B14F-4D97-AF65-F5344CB8AC3E}">
        <p14:creationId xmlns:p14="http://schemas.microsoft.com/office/powerpoint/2010/main" val="37423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1_End slide">
    <p:spTree>
      <p:nvGrpSpPr>
        <p:cNvPr id="1" name=""/>
        <p:cNvGrpSpPr/>
        <p:nvPr/>
      </p:nvGrpSpPr>
      <p:grpSpPr>
        <a:xfrm>
          <a:off x="0" y="0"/>
          <a:ext cx="0" cy="0"/>
          <a:chOff x="0" y="0"/>
          <a:chExt cx="0" cy="0"/>
        </a:xfrm>
      </p:grpSpPr>
      <p:sp>
        <p:nvSpPr>
          <p:cNvPr id="20"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9031015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Preface Layou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93484" y="295695"/>
            <a:ext cx="11184000" cy="990177"/>
          </a:xfrm>
          <a:prstGeom prst="rect">
            <a:avLst/>
          </a:prstGeom>
        </p:spPr>
        <p:txBody>
          <a:bodyPr vert="horz" lIns="0" tIns="0" rIns="0" bIns="0" rtlCol="0" anchor="t" anchorCtr="0">
            <a:noAutofit/>
          </a:bodyPr>
          <a:lstStyle/>
          <a:p>
            <a:r>
              <a:rPr lang="en-US"/>
              <a:t>Click to edit Master title style</a:t>
            </a:r>
            <a:endParaRPr lang="en-GB"/>
          </a:p>
        </p:txBody>
      </p:sp>
      <p:sp>
        <p:nvSpPr>
          <p:cNvPr id="20" name="Text Placeholder 19"/>
          <p:cNvSpPr>
            <a:spLocks noGrp="1"/>
          </p:cNvSpPr>
          <p:nvPr>
            <p:ph type="body" sz="quarter" idx="14"/>
          </p:nvPr>
        </p:nvSpPr>
        <p:spPr>
          <a:xfrm>
            <a:off x="494400" y="1805680"/>
            <a:ext cx="11184000" cy="4545033"/>
          </a:xfrm>
        </p:spPr>
        <p:txBody>
          <a:bodyPr/>
          <a:lstStyle>
            <a:lvl1pPr marL="0" indent="0" algn="l">
              <a:buNone/>
              <a:defRPr/>
            </a:lvl1pPr>
            <a:lvl2pPr marL="266327" indent="-266327">
              <a:buFont typeface="Arial"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7"/>
          <p:cNvSpPr>
            <a:spLocks noGrp="1"/>
          </p:cNvSpPr>
          <p:nvPr>
            <p:ph type="sldNum" sz="quarter" idx="4"/>
          </p:nvPr>
        </p:nvSpPr>
        <p:spPr>
          <a:xfrm>
            <a:off x="10629335"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a:p>
        </p:txBody>
      </p:sp>
    </p:spTree>
    <p:extLst>
      <p:ext uri="{BB962C8B-B14F-4D97-AF65-F5344CB8AC3E}">
        <p14:creationId xmlns:p14="http://schemas.microsoft.com/office/powerpoint/2010/main" val="125820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1 column content">
    <p:spTree>
      <p:nvGrpSpPr>
        <p:cNvPr id="1" name=""/>
        <p:cNvGrpSpPr/>
        <p:nvPr/>
      </p:nvGrpSpPr>
      <p:grpSpPr>
        <a:xfrm>
          <a:off x="0" y="0"/>
          <a:ext cx="0" cy="0"/>
          <a:chOff x="0" y="0"/>
          <a:chExt cx="0" cy="0"/>
        </a:xfrm>
      </p:grpSpPr>
      <p:sp>
        <p:nvSpPr>
          <p:cNvPr id="5" name="Page number"/>
          <p:cNvSpPr>
            <a:spLocks noGrp="1"/>
          </p:cNvSpPr>
          <p:nvPr>
            <p:ph type="sldNum" sz="quarter" idx="12"/>
          </p:nvPr>
        </p:nvSpPr>
        <p:spPr>
          <a:xfrm>
            <a:off x="11318874" y="6631383"/>
            <a:ext cx="337609" cy="90092"/>
          </a:xfrm>
          <a:prstGeom prst="rect">
            <a:avLst/>
          </a:prstGeom>
        </p:spPr>
        <p:txBody>
          <a:bodyPr/>
          <a:lstStyle/>
          <a:p>
            <a:fld id="{F3059166-117D-4637-8327-6220B26033D6}" type="slidenum">
              <a:rPr lang="en-GB" smtClean="0"/>
              <a:pPr/>
              <a:t>‹#›</a:t>
            </a:fld>
            <a:endParaRPr lang="en-GB"/>
          </a:p>
        </p:txBody>
      </p:sp>
      <p:sp>
        <p:nvSpPr>
          <p:cNvPr id="7" name="Content area"/>
          <p:cNvSpPr>
            <a:spLocks noGrp="1"/>
          </p:cNvSpPr>
          <p:nvPr>
            <p:ph sz="quarter" idx="13"/>
          </p:nvPr>
        </p:nvSpPr>
        <p:spPr>
          <a:xfrm>
            <a:off x="535518" y="1238250"/>
            <a:ext cx="11120967" cy="5295900"/>
          </a:xfrm>
        </p:spPr>
        <p:txBody>
          <a:bodyPr>
            <a:normAutofit/>
          </a:bodyPr>
          <a:lstStyle>
            <a:lvl1pPr marL="230188" indent="-230188">
              <a:spcBef>
                <a:spcPts val="1300"/>
              </a:spcBef>
              <a:spcAft>
                <a:spcPts val="900"/>
              </a:spcAft>
              <a:buFont typeface="Arial" panose="020B0604020202020204" pitchFamily="34" charset="0"/>
              <a:buChar char="•"/>
              <a:defRPr sz="2800"/>
            </a:lvl1pPr>
            <a:lvl2pPr marL="460375" indent="-228600">
              <a:spcAft>
                <a:spcPts val="1200"/>
              </a:spcAft>
              <a:buFont typeface="Calibri" panose="020F0502020204030204" pitchFamily="34" charset="0"/>
              <a:buChar char="–"/>
              <a:defRPr sz="2400" baseline="0"/>
            </a:lvl2pPr>
            <a:lvl3pPr marL="682625" indent="-227013">
              <a:spcAft>
                <a:spcPts val="1000"/>
              </a:spcAft>
              <a:buFont typeface="Arial" panose="020B0604020202020204" pitchFamily="34" charset="0"/>
              <a:buChar char="•"/>
              <a:defRPr sz="2000"/>
            </a:lvl3pPr>
            <a:lvl4pPr>
              <a:spcAft>
                <a:spcPts val="1000"/>
              </a:spcAft>
              <a:defRPr sz="1600"/>
            </a:lvl4pPr>
            <a:lvl5pPr>
              <a:spcAft>
                <a:spcPts val="1200"/>
              </a:spcAft>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2" name="Title 1"/>
          <p:cNvSpPr>
            <a:spLocks noGrp="1"/>
          </p:cNvSpPr>
          <p:nvPr>
            <p:ph type="title"/>
          </p:nvPr>
        </p:nvSpPr>
        <p:spPr>
          <a:xfrm>
            <a:off x="541867" y="281274"/>
            <a:ext cx="11114616" cy="488371"/>
          </a:xfrm>
        </p:spPr>
        <p:txBody>
          <a:bodyPr/>
          <a:lstStyle/>
          <a:p>
            <a:r>
              <a:rPr lang="en-US"/>
              <a:t>Click to edit Master title style</a:t>
            </a:r>
          </a:p>
        </p:txBody>
      </p:sp>
      <p:sp>
        <p:nvSpPr>
          <p:cNvPr id="9" name="Subtitle"/>
          <p:cNvSpPr>
            <a:spLocks noGrp="1"/>
          </p:cNvSpPr>
          <p:nvPr>
            <p:ph type="body" sz="quarter" idx="14" hasCustomPrompt="1"/>
          </p:nvPr>
        </p:nvSpPr>
        <p:spPr>
          <a:xfrm>
            <a:off x="541867" y="769644"/>
            <a:ext cx="9215967" cy="314314"/>
          </a:xfrm>
        </p:spPr>
        <p:txBody>
          <a:bodyPr>
            <a:normAutofit/>
          </a:bodyPr>
          <a:lstStyle>
            <a:lvl1pPr marL="36513" indent="0">
              <a:defRPr sz="1800" baseline="0"/>
            </a:lvl1pPr>
          </a:lstStyle>
          <a:p>
            <a:pPr lvl="0"/>
            <a:r>
              <a:rPr lang="en-US"/>
              <a:t>Click to edit subtitle or delete</a:t>
            </a:r>
          </a:p>
        </p:txBody>
      </p:sp>
    </p:spTree>
    <p:extLst>
      <p:ext uri="{BB962C8B-B14F-4D97-AF65-F5344CB8AC3E}">
        <p14:creationId xmlns:p14="http://schemas.microsoft.com/office/powerpoint/2010/main" val="152517400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cSld name="2_Title Slide - Circle White">
    <p:bg bwMode="gray">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904CFCD-69F5-5C91-405F-A9296C00B38F}"/>
              </a:ext>
            </a:extLst>
          </p:cNvPr>
          <p:cNvGraphicFramePr>
            <a:graphicFrameLocks noChangeAspect="1"/>
          </p:cNvGraphicFramePr>
          <p:nvPr userDrawn="1">
            <p:custDataLst>
              <p:tags r:id="rId1"/>
            </p:custDataLst>
            <p:extLst>
              <p:ext uri="{D42A27DB-BD31-4B8C-83A1-F6EECF244321}">
                <p14:modId xmlns:p14="http://schemas.microsoft.com/office/powerpoint/2010/main" val="2774399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6" name="think-cell data - do not delete" hidden="1">
                        <a:extLst>
                          <a:ext uri="{FF2B5EF4-FFF2-40B4-BE49-F238E27FC236}">
                            <a16:creationId xmlns:a16="http://schemas.microsoft.com/office/drawing/2014/main" id="{6904CFCD-69F5-5C91-405F-A9296C00B38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LogoBlack"/>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4359" y="462957"/>
            <a:ext cx="2286681" cy="1002312"/>
          </a:xfrm>
          <a:prstGeom prst="rect">
            <a:avLst/>
          </a:prstGeom>
        </p:spPr>
      </p:pic>
      <p:sp>
        <p:nvSpPr>
          <p:cNvPr id="4" name="FLD_PresentationTitle"/>
          <p:cNvSpPr>
            <a:spLocks noGrp="1"/>
          </p:cNvSpPr>
          <p:nvPr>
            <p:ph type="ftr" sz="quarter" idx="11"/>
          </p:nvPr>
        </p:nvSpPr>
        <p:spPr>
          <a:xfrm>
            <a:off x="4212000" y="1539000"/>
            <a:ext cx="3780000" cy="3780000"/>
          </a:xfrm>
          <a:prstGeom prst="ellipse">
            <a:avLst/>
          </a:prstGeom>
          <a:ln w="25400">
            <a:solidFill>
              <a:schemeClr val="accent1"/>
            </a:solidFill>
          </a:ln>
        </p:spPr>
        <p:txBody>
          <a:bodyPr anchor="ctr" anchorCtr="0">
            <a:normAutofit/>
          </a:bodyPr>
          <a:lstStyle>
            <a:lvl1pPr algn="ctr">
              <a:lnSpc>
                <a:spcPct val="97000"/>
              </a:lnSpc>
              <a:defRPr sz="3200">
                <a:solidFill>
                  <a:schemeClr val="tx1"/>
                </a:solidFill>
              </a:defRPr>
            </a:lvl1pPr>
          </a:lstStyle>
          <a:p>
            <a:endParaRPr lang="en-GB"/>
          </a:p>
        </p:txBody>
      </p:sp>
      <p:sp>
        <p:nvSpPr>
          <p:cNvPr id="3" name="LAN_pePresentationSubtitle"/>
          <p:cNvSpPr>
            <a:spLocks noGrp="1"/>
          </p:cNvSpPr>
          <p:nvPr>
            <p:ph type="subTitle" idx="1" hasCustomPrompt="1"/>
          </p:nvPr>
        </p:nvSpPr>
        <p:spPr bwMode="gray">
          <a:xfrm>
            <a:off x="475326" y="5845180"/>
            <a:ext cx="5620673"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GB"/>
              <a:t>Subtitle here two lines max</a:t>
            </a:r>
          </a:p>
        </p:txBody>
      </p:sp>
      <p:sp>
        <p:nvSpPr>
          <p:cNvPr id="5" name="NameDate"/>
          <p:cNvSpPr>
            <a:spLocks noGrp="1"/>
          </p:cNvSpPr>
          <p:nvPr>
            <p:ph type="dt" sz="half" idx="12"/>
          </p:nvPr>
        </p:nvSpPr>
        <p:spPr/>
        <p:txBody>
          <a:bodyPr/>
          <a:lstStyle/>
          <a:p>
            <a:endParaRPr lang="en-GB"/>
          </a:p>
        </p:txBody>
      </p:sp>
    </p:spTree>
    <p:extLst>
      <p:ext uri="{BB962C8B-B14F-4D97-AF65-F5344CB8AC3E}">
        <p14:creationId xmlns:p14="http://schemas.microsoft.com/office/powerpoint/2010/main" val="454923406"/>
      </p:ext>
    </p:extLst>
  </p:cSld>
  <p:clrMapOvr>
    <a:masterClrMapping/>
  </p:clrMapOvr>
  <p:transition>
    <p:fade/>
  </p:transition>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028619533"/>
      </p:ext>
    </p:extLst>
  </p:cSld>
  <p:clrMapOvr>
    <a:masterClrMapping/>
  </p:clrMapOvr>
  <p:hf hdr="0" dt="0"/>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95DE7-212B-51AD-74ED-A7EC78F6153F}"/>
              </a:ext>
            </a:extLst>
          </p:cNvPr>
          <p:cNvSpPr>
            <a:spLocks noGrp="1"/>
          </p:cNvSpPr>
          <p:nvPr>
            <p:ph type="title"/>
          </p:nvPr>
        </p:nvSpPr>
        <p:spPr/>
        <p:txBody>
          <a:bodyPr/>
          <a:lstStyle/>
          <a:p>
            <a:r>
              <a:rPr lang="en-US"/>
              <a:t>Click to edit Master title style</a:t>
            </a:r>
          </a:p>
        </p:txBody>
      </p:sp>
      <p:pic>
        <p:nvPicPr>
          <p:cNvPr id="9" name="Picture 8" descr="Logo&#10;&#10;Description automatically generated">
            <a:extLst>
              <a:ext uri="{FF2B5EF4-FFF2-40B4-BE49-F238E27FC236}">
                <a16:creationId xmlns:a16="http://schemas.microsoft.com/office/drawing/2014/main" id="{A411DD3A-AB8E-815B-C6BF-27ECC9E0431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t="8806"/>
          <a:stretch>
            <a:fillRect/>
          </a:stretch>
        </p:blipFill>
        <p:spPr>
          <a:xfrm>
            <a:off x="8425769" y="585357"/>
            <a:ext cx="3766231" cy="5918666"/>
          </a:xfrm>
          <a:prstGeom prst="rect">
            <a:avLst/>
          </a:prstGeom>
        </p:spPr>
      </p:pic>
    </p:spTree>
    <p:extLst>
      <p:ext uri="{BB962C8B-B14F-4D97-AF65-F5344CB8AC3E}">
        <p14:creationId xmlns:p14="http://schemas.microsoft.com/office/powerpoint/2010/main" val="725104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sp>
        <p:nvSpPr>
          <p:cNvPr id="2" name="Holder 2"/>
          <p:cNvSpPr>
            <a:spLocks noGrp="1"/>
          </p:cNvSpPr>
          <p:nvPr>
            <p:ph type="title"/>
          </p:nvPr>
        </p:nvSpPr>
        <p:spPr/>
        <p:txBody>
          <a:bodyPr lIns="0" tIns="0" rIns="0" bIns="0"/>
          <a:lstStyle>
            <a:lvl1pPr>
              <a:defRPr sz="2100" b="0" i="0">
                <a:solidFill>
                  <a:schemeClr val="tx1"/>
                </a:solidFill>
                <a:latin typeface="Calibri"/>
                <a:cs typeface="Calibri"/>
              </a:defRPr>
            </a:lvl1pPr>
          </a:lstStyle>
          <a:p>
            <a:endParaRPr/>
          </a:p>
        </p:txBody>
      </p:sp>
      <p:sp>
        <p:nvSpPr>
          <p:cNvPr id="3" name="Holder 3"/>
          <p:cNvSpPr>
            <a:spLocks noGrp="1"/>
          </p:cNvSpPr>
          <p:nvPr>
            <p:ph type="ftr" sz="quarter" idx="5"/>
          </p:nvPr>
        </p:nvSpPr>
        <p:spPr>
          <a:xfrm>
            <a:off x="5547486" y="6483426"/>
            <a:ext cx="1057909" cy="115416"/>
          </a:xfrm>
          <a:prstGeom prst="rect">
            <a:avLst/>
          </a:prstGeom>
        </p:spPr>
        <p:txBody>
          <a:bodyPr lIns="0" tIns="0" rIns="0" bIns="0"/>
          <a:lstStyle>
            <a:lvl1pPr>
              <a:defRPr sz="800" b="0" i="0">
                <a:solidFill>
                  <a:schemeClr val="bg1"/>
                </a:solidFill>
                <a:latin typeface="Calibri"/>
                <a:cs typeface="Calibri"/>
              </a:defRPr>
            </a:lvl1pPr>
          </a:lstStyle>
          <a:p>
            <a:pPr marL="12700">
              <a:lnSpc>
                <a:spcPts val="865"/>
              </a:lnSpc>
            </a:pPr>
            <a:r>
              <a:rPr lang="pt-BR"/>
              <a:t>hvcghg</a:t>
            </a:r>
            <a:endParaRPr lang="pt-BR" spc="-50"/>
          </a:p>
        </p:txBody>
      </p:sp>
      <p:sp>
        <p:nvSpPr>
          <p:cNvPr id="4" name="Holder 4"/>
          <p:cNvSpPr>
            <a:spLocks noGrp="1"/>
          </p:cNvSpPr>
          <p:nvPr>
            <p:ph type="dt" sz="half" idx="6"/>
          </p:nvPr>
        </p:nvSpPr>
        <p:spPr>
          <a:xfrm>
            <a:off x="9660381" y="6483426"/>
            <a:ext cx="1611629" cy="230832"/>
          </a:xfrm>
          <a:prstGeom prst="rect">
            <a:avLst/>
          </a:prstGeom>
        </p:spPr>
        <p:txBody>
          <a:bodyPr lIns="0" tIns="0" rIns="0" bIns="0"/>
          <a:lstStyle>
            <a:lvl1pPr>
              <a:defRPr sz="800" b="0" i="0">
                <a:solidFill>
                  <a:schemeClr val="bg1"/>
                </a:solidFill>
                <a:latin typeface="Calibri"/>
                <a:cs typeface="Calibri"/>
              </a:defRPr>
            </a:lvl1pPr>
          </a:lstStyle>
          <a:p>
            <a:pPr marL="12700">
              <a:lnSpc>
                <a:spcPts val="865"/>
              </a:lnSpc>
            </a:pPr>
            <a:endParaRPr lang="en-US" spc="-10"/>
          </a:p>
        </p:txBody>
      </p:sp>
      <p:sp>
        <p:nvSpPr>
          <p:cNvPr id="5" name="Holder 5"/>
          <p:cNvSpPr>
            <a:spLocks noGrp="1"/>
          </p:cNvSpPr>
          <p:nvPr>
            <p:ph type="sldNum" sz="quarter" idx="7"/>
          </p:nvPr>
        </p:nvSpPr>
        <p:spPr>
          <a:xfrm>
            <a:off x="11523726" y="6483426"/>
            <a:ext cx="219075" cy="127634"/>
          </a:xfrm>
          <a:prstGeom prst="rect">
            <a:avLst/>
          </a:prstGeom>
        </p:spPr>
        <p:txBody>
          <a:bodyPr lIns="0" tIns="0" rIns="0" bIns="0"/>
          <a:lstStyle>
            <a:lvl1pPr>
              <a:defRPr sz="800" b="0" i="0">
                <a:solidFill>
                  <a:schemeClr val="tx1"/>
                </a:solidFill>
                <a:latin typeface="Calibri"/>
                <a:cs typeface="Calibri"/>
              </a:defRPr>
            </a:lvl1pPr>
          </a:lstStyle>
          <a:p>
            <a:pPr marL="116205">
              <a:lnSpc>
                <a:spcPts val="865"/>
              </a:lnSpc>
            </a:pPr>
            <a:fld id="{81D60167-4931-47E6-BA6A-407CBD079E47}" type="slidenum">
              <a:rPr spc="-50" dirty="0"/>
              <a:t>‹#›</a:t>
            </a:fld>
            <a:endParaRPr spc="-50"/>
          </a:p>
        </p:txBody>
      </p:sp>
    </p:spTree>
    <p:extLst>
      <p:ext uri="{BB962C8B-B14F-4D97-AF65-F5344CB8AC3E}">
        <p14:creationId xmlns:p14="http://schemas.microsoft.com/office/powerpoint/2010/main" val="2278222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image" Target="../media/image1.svg"/><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66A3357-C893-254A-8A21-1DA4C521FA70}"/>
              </a:ext>
            </a:extLst>
          </p:cNvPr>
          <p:cNvPicPr>
            <a:picLocks noChangeAspect="1"/>
          </p:cNvPicPr>
          <p:nvPr/>
        </p:nvPicPr>
        <p:blipFill>
          <a:blip>
            <a:extLst>
              <a:ext uri="{96DAC541-7B7A-43D3-8B79-37D633B846F1}">
                <asvg:svgBlip xmlns:asvg="http://schemas.microsoft.com/office/drawing/2016/SVG/main" r:embed="rId87"/>
              </a:ext>
            </a:extLst>
          </a:blip>
          <a:stretch>
            <a:fillRect/>
          </a:stretch>
        </p:blipFill>
        <p:spPr>
          <a:xfrm>
            <a:off x="7233500" y="5803320"/>
            <a:ext cx="4957429" cy="1054680"/>
          </a:xfrm>
          <a:prstGeom prst="rect">
            <a:avLst/>
          </a:prstGeom>
        </p:spPr>
      </p:pic>
      <p:sp>
        <p:nvSpPr>
          <p:cNvPr id="2" name="Title Placeholder 1">
            <a:extLst>
              <a:ext uri="{FF2B5EF4-FFF2-40B4-BE49-F238E27FC236}">
                <a16:creationId xmlns:a16="http://schemas.microsoft.com/office/drawing/2014/main" id="{E0952DCD-E733-40EC-92B4-432417BF7156}"/>
              </a:ext>
            </a:extLst>
          </p:cNvPr>
          <p:cNvSpPr>
            <a:spLocks noGrp="1"/>
          </p:cNvSpPr>
          <p:nvPr>
            <p:ph type="title"/>
          </p:nvPr>
        </p:nvSpPr>
        <p:spPr>
          <a:xfrm>
            <a:off x="571518" y="585357"/>
            <a:ext cx="11154644" cy="334102"/>
          </a:xfrm>
          <a:prstGeom prst="rect">
            <a:avLst/>
          </a:prstGeom>
        </p:spPr>
        <p:txBody>
          <a:bodyPr vert="horz" lIns="91440" tIns="45720" rIns="91440" bIns="45720" rtlCol="0" anchor="ctr">
            <a:noAutofit/>
          </a:bodyPr>
          <a:lstStyle/>
          <a:p>
            <a:r>
              <a:rPr lang="en-US"/>
              <a:t>Click to edit Master title style</a:t>
            </a:r>
          </a:p>
        </p:txBody>
      </p:sp>
      <p:sp>
        <p:nvSpPr>
          <p:cNvPr id="4" name="Text Placeholder 3">
            <a:extLst>
              <a:ext uri="{FF2B5EF4-FFF2-40B4-BE49-F238E27FC236}">
                <a16:creationId xmlns:a16="http://schemas.microsoft.com/office/drawing/2014/main" id="{3714B296-4AF6-420A-82B1-4597960688BB}"/>
              </a:ext>
            </a:extLst>
          </p:cNvPr>
          <p:cNvSpPr>
            <a:spLocks noGrp="1"/>
          </p:cNvSpPr>
          <p:nvPr>
            <p:ph type="body" idx="1"/>
          </p:nvPr>
        </p:nvSpPr>
        <p:spPr>
          <a:xfrm>
            <a:off x="591130" y="947166"/>
            <a:ext cx="11154644" cy="364400"/>
          </a:xfrm>
          <a:prstGeom prst="rect">
            <a:avLst/>
          </a:prstGeom>
        </p:spPr>
        <p:txBody>
          <a:bodyPr vert="horz" lIns="91440" tIns="45720" rIns="91440" bIns="45720" rtlCol="0">
            <a:noAutofit/>
          </a:bodyPr>
          <a:lstStyle/>
          <a:p>
            <a:pPr lvl="0"/>
            <a:r>
              <a:rPr lang="en-US"/>
              <a:t>Click to edit Master text styles</a:t>
            </a:r>
          </a:p>
        </p:txBody>
      </p:sp>
      <p:sp>
        <p:nvSpPr>
          <p:cNvPr id="9" name="Rectangle 2">
            <a:extLst>
              <a:ext uri="{FF2B5EF4-FFF2-40B4-BE49-F238E27FC236}">
                <a16:creationId xmlns:a16="http://schemas.microsoft.com/office/drawing/2014/main" id="{BDDBD231-7BD7-44CE-8992-7D3310AA26A2}"/>
              </a:ext>
            </a:extLst>
          </p:cNvPr>
          <p:cNvSpPr>
            <a:spLocks/>
          </p:cNvSpPr>
          <p:nvPr userDrawn="1"/>
        </p:nvSpPr>
        <p:spPr bwMode="auto">
          <a:xfrm>
            <a:off x="125630" y="6603969"/>
            <a:ext cx="237244" cy="123111"/>
          </a:xfrm>
          <a:prstGeom prst="rect">
            <a:avLst/>
          </a:prstGeom>
          <a:noFill/>
          <a:ln>
            <a:noFill/>
          </a:ln>
          <a:extLst>
            <a:ext uri="{909E8E84-426E-40dd-AFC4-6F175D3DCCD1}">
              <a14:hiddenFill xmlns="" xmlns:a14="http://schemas.microsoft.com/office/drawing/2010/main" xmlns:mc="http://schemas.openxmlformats.org/markup-compatibility/2006" xmlns:p14="http://schemas.microsoft.com/office/powerpoint/2010/main" xmlns:asvg="http://schemas.microsoft.com/office/drawing/2016/SVG/main" xmlns:a16="http://schemas.microsoft.com/office/drawing/2014/main">
                <a:solidFill>
                  <a:srgbClr val="FFFFFF"/>
                </a:solidFill>
              </a14:hiddenFill>
            </a:ext>
            <a:ext uri="{91240B29-F687-4f45-9708-019B960494DF}">
              <a14:hiddenLine xmlns="" xmlns:a14="http://schemas.microsoft.com/office/drawing/2010/main" xmlns:mc="http://schemas.openxmlformats.org/markup-compatibility/2006" xmlns:p14="http://schemas.microsoft.com/office/powerpoint/2010/main" xmlns:asvg="http://schemas.microsoft.com/office/drawing/2016/SVG/main" xmlns:a16="http://schemas.microsoft.com/office/drawing/2014/main" w="12700">
                <a:solidFill>
                  <a:srgbClr val="000000"/>
                </a:solidFill>
                <a:miter lim="800000"/>
                <a:headEnd/>
                <a:tailEnd/>
              </a14:hiddenLine>
            </a:ext>
          </a:extLst>
        </p:spPr>
        <p:txBody>
          <a:bodyPr wrap="none" lIns="0" tIns="0" rIns="0" bIns="0">
            <a:spAutoFit/>
          </a:bodyPr>
          <a:lstStyle/>
          <a:p>
            <a:fld id="{C84F2FB2-4A16-1542-BD5E-F56870239E74}" type="slidenum">
              <a:rPr lang="en-US" sz="800" smtClean="0">
                <a:solidFill>
                  <a:schemeClr val="tx2">
                    <a:lumMod val="60000"/>
                    <a:lumOff val="40000"/>
                  </a:schemeClr>
                </a:solidFill>
                <a:latin typeface="Open Sans" charset="0"/>
                <a:ea typeface="Open Sans" charset="0"/>
                <a:cs typeface="Open Sans" charset="0"/>
                <a:sym typeface="Frutiger Next Pro Light" charset="0"/>
              </a:rPr>
              <a:t>‹#›</a:t>
            </a:fld>
            <a:r>
              <a:rPr lang="en-US" sz="800">
                <a:solidFill>
                  <a:schemeClr val="tx2">
                    <a:lumMod val="60000"/>
                    <a:lumOff val="40000"/>
                  </a:schemeClr>
                </a:solidFill>
                <a:latin typeface="Open Sans" charset="0"/>
                <a:ea typeface="Open Sans" charset="0"/>
                <a:cs typeface="Open Sans" charset="0"/>
                <a:sym typeface="Frutiger Next Pro Light" charset="0"/>
              </a:rPr>
              <a:t>  |</a:t>
            </a:r>
          </a:p>
        </p:txBody>
      </p:sp>
    </p:spTree>
    <p:extLst>
      <p:ext uri="{BB962C8B-B14F-4D97-AF65-F5344CB8AC3E}">
        <p14:creationId xmlns:p14="http://schemas.microsoft.com/office/powerpoint/2010/main" val="2276433265"/>
      </p:ext>
    </p:extLst>
  </p:cSld>
  <p:clrMap bg1="lt1" tx1="dk1" bg2="lt2" tx2="dk2" accent1="accent1" accent2="accent2" accent3="accent3" accent4="accent4" accent5="accent5" accent6="accent6" hlink="hlink" folHlink="folHlink"/>
  <p:sldLayoutIdLst>
    <p:sldLayoutId id="2147483917" r:id="rId1"/>
    <p:sldLayoutId id="2147483918" r:id="rId2"/>
    <p:sldLayoutId id="2147483920" r:id="rId3"/>
    <p:sldLayoutId id="2147483923"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6" r:id="rId13"/>
    <p:sldLayoutId id="2147483817" r:id="rId14"/>
    <p:sldLayoutId id="2147483818" r:id="rId15"/>
    <p:sldLayoutId id="2147483819" r:id="rId16"/>
    <p:sldLayoutId id="2147483820" r:id="rId17"/>
    <p:sldLayoutId id="2147483821" r:id="rId18"/>
    <p:sldLayoutId id="2147483822" r:id="rId19"/>
    <p:sldLayoutId id="2147483823" r:id="rId20"/>
    <p:sldLayoutId id="2147483828" r:id="rId21"/>
    <p:sldLayoutId id="2147483829" r:id="rId22"/>
    <p:sldLayoutId id="2147483830" r:id="rId23"/>
    <p:sldLayoutId id="2147483831" r:id="rId24"/>
    <p:sldLayoutId id="2147483832" r:id="rId25"/>
    <p:sldLayoutId id="2147483833" r:id="rId26"/>
    <p:sldLayoutId id="2147483834" r:id="rId27"/>
    <p:sldLayoutId id="2147483835" r:id="rId28"/>
    <p:sldLayoutId id="2147483836" r:id="rId29"/>
    <p:sldLayoutId id="2147483837" r:id="rId30"/>
    <p:sldLayoutId id="2147483838" r:id="rId31"/>
    <p:sldLayoutId id="2147483839" r:id="rId32"/>
    <p:sldLayoutId id="2147483840" r:id="rId33"/>
    <p:sldLayoutId id="2147483841" r:id="rId34"/>
    <p:sldLayoutId id="2147483842" r:id="rId35"/>
    <p:sldLayoutId id="2147483843" r:id="rId36"/>
    <p:sldLayoutId id="2147483844" r:id="rId37"/>
    <p:sldLayoutId id="2147483846" r:id="rId38"/>
    <p:sldLayoutId id="2147483701" r:id="rId39"/>
    <p:sldLayoutId id="2147483758" r:id="rId40"/>
    <p:sldLayoutId id="2147483760" r:id="rId41"/>
    <p:sldLayoutId id="2147483703" r:id="rId42"/>
    <p:sldLayoutId id="2147483704" r:id="rId43"/>
    <p:sldLayoutId id="2147483705" r:id="rId44"/>
    <p:sldLayoutId id="2147483706" r:id="rId45"/>
    <p:sldLayoutId id="2147483707" r:id="rId46"/>
    <p:sldLayoutId id="2147483713" r:id="rId47"/>
    <p:sldLayoutId id="2147483708" r:id="rId48"/>
    <p:sldLayoutId id="2147483710" r:id="rId49"/>
    <p:sldLayoutId id="2147483754" r:id="rId50"/>
    <p:sldLayoutId id="2147483804" r:id="rId51"/>
    <p:sldLayoutId id="2147483711" r:id="rId52"/>
    <p:sldLayoutId id="2147483753" r:id="rId53"/>
    <p:sldLayoutId id="2147483679" r:id="rId54"/>
    <p:sldLayoutId id="2147483712" r:id="rId55"/>
    <p:sldLayoutId id="2147483678" r:id="rId56"/>
    <p:sldLayoutId id="2147483681" r:id="rId57"/>
    <p:sldLayoutId id="2147483735" r:id="rId58"/>
    <p:sldLayoutId id="2147483699" r:id="rId59"/>
    <p:sldLayoutId id="2147483714" r:id="rId60"/>
    <p:sldLayoutId id="2147483697" r:id="rId61"/>
    <p:sldLayoutId id="2147483715" r:id="rId62"/>
    <p:sldLayoutId id="2147483716" r:id="rId63"/>
    <p:sldLayoutId id="2147483717" r:id="rId64"/>
    <p:sldLayoutId id="2147483718" r:id="rId65"/>
    <p:sldLayoutId id="2147483728" r:id="rId66"/>
    <p:sldLayoutId id="2147483720" r:id="rId67"/>
    <p:sldLayoutId id="2147483721" r:id="rId68"/>
    <p:sldLayoutId id="2147483722" r:id="rId69"/>
    <p:sldLayoutId id="2147483695" r:id="rId70"/>
    <p:sldLayoutId id="2147483751" r:id="rId71"/>
    <p:sldLayoutId id="2147483724" r:id="rId72"/>
    <p:sldLayoutId id="2147483725" r:id="rId73"/>
    <p:sldLayoutId id="2147483726" r:id="rId74"/>
    <p:sldLayoutId id="2147483727" r:id="rId75"/>
    <p:sldLayoutId id="2147483698" r:id="rId76"/>
    <p:sldLayoutId id="2147483752" r:id="rId77"/>
    <p:sldLayoutId id="2147483696" r:id="rId78"/>
    <p:sldLayoutId id="2147483757" r:id="rId79"/>
    <p:sldLayoutId id="2147483895" r:id="rId80"/>
    <p:sldLayoutId id="2147483896" r:id="rId81"/>
    <p:sldLayoutId id="2147484428" r:id="rId82"/>
    <p:sldLayoutId id="2147484429" r:id="rId83"/>
    <p:sldLayoutId id="2147484430" r:id="rId84"/>
    <p:sldLayoutId id="2147484431" r:id="rId8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342991" rtl="0" eaLnBrk="1" latinLnBrk="0" hangingPunct="1">
        <a:spcBef>
          <a:spcPct val="0"/>
        </a:spcBef>
        <a:buNone/>
        <a:defRPr sz="3200" b="0" kern="1200">
          <a:solidFill>
            <a:schemeClr val="tx1"/>
          </a:solidFill>
          <a:effectLst/>
          <a:latin typeface="+mj-lt"/>
          <a:ea typeface="Proxima Nova" charset="0"/>
          <a:cs typeface="Proxima Nova" charset="0"/>
        </a:defRPr>
      </a:lvl1pPr>
    </p:titleStyle>
    <p:bodyStyle>
      <a:lvl1pPr marL="0" indent="0" algn="l" defTabSz="342991" rtl="0" eaLnBrk="1" latinLnBrk="0" hangingPunct="1">
        <a:spcBef>
          <a:spcPct val="20000"/>
        </a:spcBef>
        <a:buFont typeface="Arial" panose="020B0604020202020204" pitchFamily="34" charset="0"/>
        <a:buNone/>
        <a:defRPr sz="1400" kern="1200">
          <a:solidFill>
            <a:schemeClr val="tx2">
              <a:lumMod val="75000"/>
            </a:schemeClr>
          </a:solidFill>
          <a:latin typeface="+mj-lt"/>
          <a:ea typeface="Proxima Nova" charset="0"/>
          <a:cs typeface="Proxima Nova" charset="0"/>
        </a:defRPr>
      </a:lvl1pPr>
      <a:lvl2pPr marL="685891" indent="-342900" algn="l" defTabSz="342991" rtl="0" eaLnBrk="1" latinLnBrk="0" hangingPunct="1">
        <a:spcBef>
          <a:spcPct val="20000"/>
        </a:spcBef>
        <a:buFont typeface="Courier New" panose="02070309020205020404" pitchFamily="49" charset="0"/>
        <a:buChar char="o"/>
        <a:defRPr sz="1400" kern="1200">
          <a:solidFill>
            <a:schemeClr val="tx2">
              <a:lumMod val="75000"/>
            </a:schemeClr>
          </a:solidFill>
          <a:latin typeface="Proxima Nova" charset="0"/>
          <a:ea typeface="Proxima Nova" charset="0"/>
          <a:cs typeface="Proxima Nova" charset="0"/>
        </a:defRPr>
      </a:lvl2pPr>
      <a:lvl3pPr marL="971733" indent="-285750" algn="l" defTabSz="342991" rtl="0" eaLnBrk="1" latinLnBrk="0" hangingPunct="1">
        <a:spcBef>
          <a:spcPct val="20000"/>
        </a:spcBef>
        <a:buFontTx/>
        <a:buChar char="–"/>
        <a:defRPr sz="1400" kern="1200">
          <a:solidFill>
            <a:schemeClr val="tx2">
              <a:lumMod val="75000"/>
            </a:schemeClr>
          </a:solidFill>
          <a:latin typeface="Proxima Nova" charset="0"/>
          <a:ea typeface="Proxima Nova" charset="0"/>
          <a:cs typeface="Proxima Nova" charset="0"/>
        </a:defRPr>
      </a:lvl3pPr>
      <a:lvl4pPr marL="1314724"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4pPr>
      <a:lvl5pPr marL="1657716"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91" rtl="0" eaLnBrk="1" latinLnBrk="0" hangingPunct="1">
        <a:defRPr sz="1350" kern="1200">
          <a:solidFill>
            <a:schemeClr val="tx1"/>
          </a:solidFill>
          <a:latin typeface="+mn-lt"/>
          <a:ea typeface="+mn-ea"/>
          <a:cs typeface="+mn-cs"/>
        </a:defRPr>
      </a:lvl1pPr>
      <a:lvl2pPr marL="342991" algn="l" defTabSz="342991" rtl="0" eaLnBrk="1" latinLnBrk="0" hangingPunct="1">
        <a:defRPr sz="1350" kern="1200">
          <a:solidFill>
            <a:schemeClr val="tx1"/>
          </a:solidFill>
          <a:latin typeface="+mn-lt"/>
          <a:ea typeface="+mn-ea"/>
          <a:cs typeface="+mn-cs"/>
        </a:defRPr>
      </a:lvl2pPr>
      <a:lvl3pPr marL="685983" algn="l" defTabSz="342991" rtl="0" eaLnBrk="1" latinLnBrk="0" hangingPunct="1">
        <a:defRPr sz="1350" kern="1200">
          <a:solidFill>
            <a:schemeClr val="tx1"/>
          </a:solidFill>
          <a:latin typeface="+mn-lt"/>
          <a:ea typeface="+mn-ea"/>
          <a:cs typeface="+mn-cs"/>
        </a:defRPr>
      </a:lvl3pPr>
      <a:lvl4pPr marL="1028974" algn="l" defTabSz="342991" rtl="0" eaLnBrk="1" latinLnBrk="0" hangingPunct="1">
        <a:defRPr sz="1350" kern="1200">
          <a:solidFill>
            <a:schemeClr val="tx1"/>
          </a:solidFill>
          <a:latin typeface="+mn-lt"/>
          <a:ea typeface="+mn-ea"/>
          <a:cs typeface="+mn-cs"/>
        </a:defRPr>
      </a:lvl4pPr>
      <a:lvl5pPr marL="1371966" algn="l" defTabSz="342991" rtl="0" eaLnBrk="1" latinLnBrk="0" hangingPunct="1">
        <a:defRPr sz="1350" kern="1200">
          <a:solidFill>
            <a:schemeClr val="tx1"/>
          </a:solidFill>
          <a:latin typeface="+mn-lt"/>
          <a:ea typeface="+mn-ea"/>
          <a:cs typeface="+mn-cs"/>
        </a:defRPr>
      </a:lvl5pPr>
      <a:lvl6pPr marL="1714957" algn="l" defTabSz="342991" rtl="0" eaLnBrk="1" latinLnBrk="0" hangingPunct="1">
        <a:defRPr sz="1350" kern="1200">
          <a:solidFill>
            <a:schemeClr val="tx1"/>
          </a:solidFill>
          <a:latin typeface="+mn-lt"/>
          <a:ea typeface="+mn-ea"/>
          <a:cs typeface="+mn-cs"/>
        </a:defRPr>
      </a:lvl6pPr>
      <a:lvl7pPr marL="2057949" algn="l" defTabSz="342991" rtl="0" eaLnBrk="1" latinLnBrk="0" hangingPunct="1">
        <a:defRPr sz="1350" kern="1200">
          <a:solidFill>
            <a:schemeClr val="tx1"/>
          </a:solidFill>
          <a:latin typeface="+mn-lt"/>
          <a:ea typeface="+mn-ea"/>
          <a:cs typeface="+mn-cs"/>
        </a:defRPr>
      </a:lvl7pPr>
      <a:lvl8pPr marL="2400940" algn="l" defTabSz="342991" rtl="0" eaLnBrk="1" latinLnBrk="0" hangingPunct="1">
        <a:defRPr sz="1350" kern="1200">
          <a:solidFill>
            <a:schemeClr val="tx1"/>
          </a:solidFill>
          <a:latin typeface="+mn-lt"/>
          <a:ea typeface="+mn-ea"/>
          <a:cs typeface="+mn-cs"/>
        </a:defRPr>
      </a:lvl8pPr>
      <a:lvl9pPr marL="2743932" algn="l" defTabSz="342991"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82.xml"/><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22.xml"/><Relationship Id="rId6" Type="http://schemas.openxmlformats.org/officeDocument/2006/relationships/image" Target="../media/image15.svg"/><Relationship Id="rId5" Type="http://schemas.openxmlformats.org/officeDocument/2006/relationships/image" Target="../media/image14.svg"/><Relationship Id="rId10" Type="http://schemas.openxmlformats.org/officeDocument/2006/relationships/image" Target="../media/image19.png"/><Relationship Id="rId4" Type="http://schemas.openxmlformats.org/officeDocument/2006/relationships/image" Target="../media/image13.sv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slideLayout" Target="../slideLayouts/slideLayout22.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8.xml"/></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8.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8.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microsoft.com/office/2018/10/relationships/comments" Target="../comments/modernComment_109_474905A1.xml"/><Relationship Id="rId1" Type="http://schemas.openxmlformats.org/officeDocument/2006/relationships/slideLayout" Target="../slideLayouts/slideLayout7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microsoft.com/office/2018/10/relationships/comments" Target="../comments/modernComment_104_40A0C0D2.xml"/><Relationship Id="rId1" Type="http://schemas.openxmlformats.org/officeDocument/2006/relationships/slideLayout" Target="../slideLayouts/slideLayout7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78.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30620C-F9A9-82D6-A4B8-6F8139D6F24C}"/>
              </a:ext>
            </a:extLst>
          </p:cNvPr>
          <p:cNvPicPr>
            <a:picLocks noChangeAspect="1"/>
          </p:cNvPicPr>
          <p:nvPr/>
        </p:nvPicPr>
        <p:blipFill>
          <a:blip r:embed="rId3"/>
          <a:stretch>
            <a:fillRect/>
          </a:stretch>
        </p:blipFill>
        <p:spPr>
          <a:xfrm>
            <a:off x="-643248" y="0"/>
            <a:ext cx="12835248" cy="6858000"/>
          </a:xfrm>
          <a:prstGeom prst="rect">
            <a:avLst/>
          </a:prstGeom>
        </p:spPr>
      </p:pic>
      <p:sp>
        <p:nvSpPr>
          <p:cNvPr id="11" name="Title 1">
            <a:extLst>
              <a:ext uri="{FF2B5EF4-FFF2-40B4-BE49-F238E27FC236}">
                <a16:creationId xmlns:a16="http://schemas.microsoft.com/office/drawing/2014/main" id="{93EA9D6A-1C18-4A88-A379-81BA75D775A0}"/>
              </a:ext>
            </a:extLst>
          </p:cNvPr>
          <p:cNvSpPr txBox="1">
            <a:spLocks/>
          </p:cNvSpPr>
          <p:nvPr/>
        </p:nvSpPr>
        <p:spPr bwMode="gray">
          <a:xfrm>
            <a:off x="9242961" y="4412678"/>
            <a:ext cx="4861316" cy="908200"/>
          </a:xfrm>
          <a:prstGeom prst="rect">
            <a:avLst/>
          </a:prstGeom>
        </p:spPr>
        <p:txBody>
          <a:bodyPr vert="horz" lIns="0" tIns="0" rIns="0" bIns="0" anchor="b" anchorCtr="0">
            <a:noAutofit/>
          </a:bodyPr>
          <a:lstStyle>
            <a:lvl1pPr algn="l" defTabSz="1219170" rtl="0" eaLnBrk="1" latinLnBrk="0" hangingPunct="1">
              <a:spcBef>
                <a:spcPct val="0"/>
              </a:spcBef>
              <a:buNone/>
              <a:defRPr lang="en-US" sz="1800" b="1" kern="1200" dirty="0" smtClean="0">
                <a:solidFill>
                  <a:schemeClr val="tx1"/>
                </a:solidFill>
                <a:latin typeface="+mj-lt"/>
                <a:ea typeface="Open Sans" panose="020B0606030504020204" pitchFamily="34" charset="0"/>
                <a:cs typeface="Open Sans" panose="020B060603050402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da-DK" sz="2400" i="0" u="none" strike="noStrike" kern="1200" cap="none" spc="0" normalizeH="0" baseline="0" noProof="0" dirty="0">
                <a:ln>
                  <a:noFill/>
                </a:ln>
                <a:effectLst/>
                <a:uLnTx/>
                <a:uFillTx/>
                <a:latin typeface="Aptos" panose="020B0004020202020204" pitchFamily="34" charset="0"/>
              </a:rPr>
              <a:t>For: DGMA Shipping </a:t>
            </a:r>
          </a:p>
        </p:txBody>
      </p:sp>
      <p:sp>
        <p:nvSpPr>
          <p:cNvPr id="12" name="Text Placeholder 3">
            <a:extLst>
              <a:ext uri="{FF2B5EF4-FFF2-40B4-BE49-F238E27FC236}">
                <a16:creationId xmlns:a16="http://schemas.microsoft.com/office/drawing/2014/main" id="{3819E25F-E63E-460F-A140-460F6F117260}"/>
              </a:ext>
            </a:extLst>
          </p:cNvPr>
          <p:cNvSpPr txBox="1">
            <a:spLocks/>
          </p:cNvSpPr>
          <p:nvPr/>
        </p:nvSpPr>
        <p:spPr>
          <a:xfrm>
            <a:off x="10753506" y="5342764"/>
            <a:ext cx="4310999" cy="298800"/>
          </a:xfrm>
          <a:prstGeom prst="rect">
            <a:avLst/>
          </a:prstGeom>
        </p:spPr>
        <p:txBody>
          <a:bodyPr vert="horz" lIns="0" tIns="0" rIns="0" bIns="0" rtlCol="0">
            <a:normAutofit/>
          </a:bodyPr>
          <a:lstStyle>
            <a:lvl1pPr marL="0" indent="0" algn="l" defTabSz="1219170" rtl="0" eaLnBrk="1" latinLnBrk="0" hangingPunct="1">
              <a:spcBef>
                <a:spcPts val="300"/>
              </a:spcBef>
              <a:spcAft>
                <a:spcPts val="0"/>
              </a:spcAft>
              <a:buClrTx/>
              <a:buSzPct val="100000"/>
              <a:buFont typeface="Arial" panose="020B0604020202020204" pitchFamily="34" charset="0"/>
              <a:buNone/>
              <a:defRPr sz="1000" b="0" kern="1200">
                <a:solidFill>
                  <a:schemeClr val="tx1"/>
                </a:solidFill>
                <a:latin typeface="+mn-lt"/>
                <a:ea typeface="+mn-ea"/>
                <a:cs typeface="+mn-cs"/>
              </a:defRPr>
            </a:lvl1pPr>
            <a:lvl2pPr marL="171450" indent="-171450" algn="l" defTabSz="1219170" rtl="0" eaLnBrk="1" latinLnBrk="0" hangingPunct="1">
              <a:spcBef>
                <a:spcPts val="300"/>
              </a:spcBef>
              <a:spcAft>
                <a:spcPts val="0"/>
              </a:spcAft>
              <a:buClrTx/>
              <a:buSzPct val="100000"/>
              <a:buFont typeface="Arial" panose="020B0604020202020204" pitchFamily="34" charset="0"/>
              <a:buChar char="•"/>
              <a:defRPr lang="en-US" sz="1000" b="0" kern="1200">
                <a:solidFill>
                  <a:schemeClr val="bg1"/>
                </a:solidFill>
                <a:latin typeface="+mn-lt"/>
                <a:ea typeface="+mn-ea"/>
                <a:cs typeface="+mn-cs"/>
              </a:defRPr>
            </a:lvl2pPr>
            <a:lvl3pPr marL="349200" indent="-172800" algn="l" defTabSz="1219170" rtl="0" eaLnBrk="1" latinLnBrk="0" hangingPunct="1">
              <a:spcBef>
                <a:spcPts val="300"/>
              </a:spcBef>
              <a:spcAft>
                <a:spcPts val="0"/>
              </a:spcAft>
              <a:buClrTx/>
              <a:buSzPct val="100000"/>
              <a:buFont typeface="Verdana" panose="020B0604030504040204" pitchFamily="34" charset="0"/>
              <a:buChar char="‒"/>
              <a:defRPr lang="en-US" sz="1000" kern="1200">
                <a:solidFill>
                  <a:schemeClr val="bg1"/>
                </a:solidFill>
                <a:latin typeface="+mn-lt"/>
                <a:ea typeface="+mn-ea"/>
                <a:cs typeface="+mn-cs"/>
              </a:defRPr>
            </a:lvl3pPr>
            <a:lvl4pPr marL="525600" indent="-171450" algn="l" defTabSz="1219170" rtl="0" eaLnBrk="1" latinLnBrk="0" hangingPunct="1">
              <a:spcBef>
                <a:spcPts val="300"/>
              </a:spcBef>
              <a:spcAft>
                <a:spcPts val="0"/>
              </a:spcAft>
              <a:buClrTx/>
              <a:buSzPct val="100000"/>
              <a:buFont typeface="Courier New" panose="02070309020205020404" pitchFamily="49" charset="0"/>
              <a:buChar char="o"/>
              <a:defRPr lang="en-US" sz="1000" kern="1200" baseline="0">
                <a:solidFill>
                  <a:schemeClr val="bg1"/>
                </a:solidFill>
                <a:latin typeface="+mn-lt"/>
                <a:ea typeface="+mn-ea"/>
                <a:cs typeface="+mn-cs"/>
              </a:defRPr>
            </a:lvl4pPr>
            <a:lvl5pPr marL="702000" indent="-176400" algn="l" defTabSz="1064657" rtl="0" eaLnBrk="1" latinLnBrk="0" hangingPunct="1">
              <a:spcBef>
                <a:spcPts val="300"/>
              </a:spcBef>
              <a:spcAft>
                <a:spcPts val="0"/>
              </a:spcAft>
              <a:buClrTx/>
              <a:buSzPct val="100000"/>
              <a:buFont typeface="Wingdings" panose="05000000000000000000" pitchFamily="2" charset="2"/>
              <a:buChar char="Ø"/>
              <a:tabLst/>
              <a:defRPr lang="en-US" sz="1000" kern="1200" baseline="0">
                <a:solidFill>
                  <a:schemeClr val="bg1"/>
                </a:solidFill>
                <a:latin typeface="+mn-lt"/>
                <a:ea typeface="+mn-ea"/>
                <a:cs typeface="+mn-cs"/>
              </a:defRPr>
            </a:lvl5pPr>
            <a:lvl6pPr marL="525600" indent="-176400" algn="l" defTabSz="1219170" rtl="0" eaLnBrk="1" latinLnBrk="0" hangingPunct="1">
              <a:spcBef>
                <a:spcPts val="0"/>
              </a:spcBef>
              <a:spcAft>
                <a:spcPts val="1000"/>
              </a:spcAft>
              <a:buFont typeface="Verdana" panose="020B0604030504040204" pitchFamily="34" charset="0"/>
              <a:buChar char="−"/>
              <a:defRPr sz="1000" kern="1200" baseline="0">
                <a:solidFill>
                  <a:schemeClr val="tx1"/>
                </a:solidFill>
                <a:latin typeface="+mn-lt"/>
                <a:ea typeface="+mn-ea"/>
                <a:cs typeface="+mn-cs"/>
              </a:defRPr>
            </a:lvl6pPr>
            <a:lvl7pPr marL="525600" indent="-176400" algn="l" defTabSz="1219170" rtl="0" eaLnBrk="1" latinLnBrk="0" hangingPunct="1">
              <a:spcBef>
                <a:spcPts val="0"/>
              </a:spcBef>
              <a:spcAft>
                <a:spcPts val="1000"/>
              </a:spcAft>
              <a:buFont typeface="Verdana" panose="020B0604030504040204" pitchFamily="34" charset="0"/>
              <a:buChar char="−"/>
              <a:defRPr sz="1000" kern="1200">
                <a:solidFill>
                  <a:schemeClr val="tx1"/>
                </a:solidFill>
                <a:latin typeface="+mn-lt"/>
                <a:ea typeface="+mn-ea"/>
                <a:cs typeface="+mn-cs"/>
              </a:defRPr>
            </a:lvl7pPr>
            <a:lvl8pPr marL="525600" indent="-176400" algn="l" defTabSz="1219170" rtl="0" eaLnBrk="1" latinLnBrk="0" hangingPunct="1">
              <a:spcBef>
                <a:spcPts val="0"/>
              </a:spcBef>
              <a:spcAft>
                <a:spcPts val="1000"/>
              </a:spcAft>
              <a:buFont typeface="Verdana" panose="020B0604030504040204" pitchFamily="34" charset="0"/>
              <a:buChar char="−"/>
              <a:defRPr sz="1000" kern="1200" baseline="0">
                <a:solidFill>
                  <a:schemeClr val="tx1"/>
                </a:solidFill>
                <a:latin typeface="+mn-lt"/>
                <a:ea typeface="+mn-ea"/>
                <a:cs typeface="+mn-cs"/>
              </a:defRPr>
            </a:lvl8pPr>
            <a:lvl9pPr marL="525600" indent="-176400" algn="l" defTabSz="1219170" rtl="0" eaLnBrk="1" latinLnBrk="0" hangingPunct="1">
              <a:spcBef>
                <a:spcPts val="0"/>
              </a:spcBef>
              <a:spcAft>
                <a:spcPts val="1000"/>
              </a:spcAft>
              <a:buFont typeface="Verdana" panose="020B0604030504040204" pitchFamily="34" charset="0"/>
              <a:buChar char="−"/>
              <a:defRPr sz="10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0"/>
              </a:spcAft>
              <a:buClrTx/>
              <a:buSzPct val="100000"/>
              <a:buFont typeface="Arial" panose="020B0604020202020204" pitchFamily="34" charset="0"/>
              <a:buNone/>
              <a:tabLst/>
              <a:defRPr/>
            </a:pPr>
            <a:r>
              <a:rPr lang="en-US" sz="1800" b="1" dirty="0">
                <a:latin typeface="Aptos" panose="020B0004020202020204" pitchFamily="34" charset="0"/>
              </a:rPr>
              <a:t>August</a:t>
            </a:r>
            <a:r>
              <a:rPr kumimoji="0" lang="en-US" sz="1800" b="1" i="0" u="none" strike="noStrike" kern="1200" cap="none" spc="0" normalizeH="0" baseline="0" noProof="0" dirty="0">
                <a:ln>
                  <a:noFill/>
                </a:ln>
                <a:effectLst/>
                <a:uLnTx/>
                <a:uFillTx/>
                <a:latin typeface="Aptos" panose="020B0004020202020204" pitchFamily="34" charset="0"/>
              </a:rPr>
              <a:t> 2026</a:t>
            </a:r>
          </a:p>
        </p:txBody>
      </p:sp>
      <p:sp>
        <p:nvSpPr>
          <p:cNvPr id="4" name="Title 2">
            <a:extLst>
              <a:ext uri="{FF2B5EF4-FFF2-40B4-BE49-F238E27FC236}">
                <a16:creationId xmlns:a16="http://schemas.microsoft.com/office/drawing/2014/main" id="{34A5B2E3-D4F9-332D-99F9-94CD7B433CA8}"/>
              </a:ext>
            </a:extLst>
          </p:cNvPr>
          <p:cNvSpPr txBox="1">
            <a:spLocks/>
          </p:cNvSpPr>
          <p:nvPr/>
        </p:nvSpPr>
        <p:spPr>
          <a:xfrm>
            <a:off x="6412676" y="3834952"/>
            <a:ext cx="5660571" cy="1784726"/>
          </a:xfrm>
          <a:prstGeom prst="rect">
            <a:avLst/>
          </a:prstGeom>
        </p:spPr>
        <p:txBody>
          <a:bodyPr/>
          <a:lstStyle>
            <a:lvl1pPr algn="l" defTabSz="342991" rtl="0" eaLnBrk="1" latinLnBrk="0" hangingPunct="1">
              <a:spcBef>
                <a:spcPct val="0"/>
              </a:spcBef>
              <a:buNone/>
              <a:defRPr sz="3200" b="0" kern="1200">
                <a:solidFill>
                  <a:schemeClr val="tx1"/>
                </a:solidFill>
                <a:effectLst/>
                <a:latin typeface="+mj-lt"/>
                <a:ea typeface="Proxima Nova" charset="0"/>
                <a:cs typeface="Proxima Nova" charset="0"/>
              </a:defRPr>
            </a:lvl1pPr>
          </a:lstStyle>
          <a:p>
            <a:pPr algn="r"/>
            <a:r>
              <a:rPr lang="en-US" sz="3600" b="1" dirty="0">
                <a:solidFill>
                  <a:schemeClr val="accent1">
                    <a:lumMod val="20000"/>
                    <a:lumOff val="80000"/>
                  </a:schemeClr>
                </a:solidFill>
                <a:latin typeface="Aptos" panose="020B0004020202020204" pitchFamily="34" charset="0"/>
                <a:cs typeface="Biome" panose="020B0503030204020804" pitchFamily="34" charset="0"/>
              </a:rPr>
              <a:t>Development of the I.M.O Shadow Portal</a:t>
            </a:r>
          </a:p>
        </p:txBody>
      </p:sp>
      <p:pic>
        <p:nvPicPr>
          <p:cNvPr id="6" name="Picture 2" descr="logo">
            <a:extLst>
              <a:ext uri="{FF2B5EF4-FFF2-40B4-BE49-F238E27FC236}">
                <a16:creationId xmlns:a16="http://schemas.microsoft.com/office/drawing/2014/main" id="{823A5FAE-67E8-68F2-EEA4-187FE856BC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68647" y="133294"/>
            <a:ext cx="917705" cy="109485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eloitte logo">
            <a:extLst>
              <a:ext uri="{FF2B5EF4-FFF2-40B4-BE49-F238E27FC236}">
                <a16:creationId xmlns:a16="http://schemas.microsoft.com/office/drawing/2014/main" id="{F47BCC56-3218-AE09-6652-D72FD0BDEE9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51828" y="253610"/>
            <a:ext cx="2779773" cy="1308221"/>
          </a:xfrm>
          <a:prstGeom prst="rect">
            <a:avLst/>
          </a:prstGeom>
        </p:spPr>
      </p:pic>
    </p:spTree>
    <p:extLst>
      <p:ext uri="{BB962C8B-B14F-4D97-AF65-F5344CB8AC3E}">
        <p14:creationId xmlns:p14="http://schemas.microsoft.com/office/powerpoint/2010/main" val="358219413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D71FE-5063-203A-7623-E7321F62A6A0}"/>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C4D8E5D6-A5C7-6438-D004-F964564338DF}"/>
              </a:ext>
            </a:extLst>
          </p:cNvPr>
          <p:cNvGraphicFramePr>
            <a:graphicFrameLocks noGrp="1"/>
          </p:cNvGraphicFramePr>
          <p:nvPr>
            <p:extLst>
              <p:ext uri="{D42A27DB-BD31-4B8C-83A1-F6EECF244321}">
                <p14:modId xmlns:p14="http://schemas.microsoft.com/office/powerpoint/2010/main" val="683597961"/>
              </p:ext>
            </p:extLst>
          </p:nvPr>
        </p:nvGraphicFramePr>
        <p:xfrm>
          <a:off x="469900" y="630505"/>
          <a:ext cx="8493626" cy="5441989"/>
        </p:xfrm>
        <a:graphic>
          <a:graphicData uri="http://schemas.openxmlformats.org/drawingml/2006/table">
            <a:tbl>
              <a:tblPr firstRow="1" bandRow="1">
                <a:tableStyleId>{5C22544A-7EE6-4342-B048-85BDC9FD1C3A}</a:tableStyleId>
              </a:tblPr>
              <a:tblGrid>
                <a:gridCol w="8493626">
                  <a:extLst>
                    <a:ext uri="{9D8B030D-6E8A-4147-A177-3AD203B41FA5}">
                      <a16:colId xmlns:a16="http://schemas.microsoft.com/office/drawing/2014/main" val="20000"/>
                    </a:ext>
                  </a:extLst>
                </a:gridCol>
              </a:tblGrid>
              <a:tr h="321349">
                <a:tc>
                  <a:txBody>
                    <a:bodyPr/>
                    <a:lstStyle/>
                    <a:p>
                      <a:r>
                        <a:rPr lang="en-US" sz="1500" b="1" dirty="0">
                          <a:solidFill>
                            <a:schemeClr val="bg1"/>
                          </a:solidFill>
                          <a:latin typeface="Aptos" panose="020B0004020202020204" pitchFamily="34" charset="0"/>
                          <a:cs typeface="Times New Roman" panose="02020603050405020304" pitchFamily="18" charset="0"/>
                        </a:rPr>
                        <a:t>Section</a:t>
                      </a: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2"/>
                    </a:solidFill>
                  </a:tcPr>
                </a:tc>
                <a:extLst>
                  <a:ext uri="{0D108BD9-81ED-4DB2-BD59-A6C34878D82A}">
                    <a16:rowId xmlns:a16="http://schemas.microsoft.com/office/drawing/2014/main" val="4160047886"/>
                  </a:ext>
                </a:extLst>
              </a:tr>
              <a:tr h="282798">
                <a:tc>
                  <a:txBody>
                    <a:bodyPr/>
                    <a:lstStyle/>
                    <a:p>
                      <a:pPr marL="0" marR="0" lvl="0" indent="0" algn="l" defTabSz="342991" rtl="0" eaLnBrk="1" fontAlgn="auto" latinLnBrk="0" hangingPunct="1">
                        <a:lnSpc>
                          <a:spcPct val="100000"/>
                        </a:lnSpc>
                        <a:spcBef>
                          <a:spcPts val="0"/>
                        </a:spcBef>
                        <a:spcAft>
                          <a:spcPts val="0"/>
                        </a:spcAft>
                        <a:buClrTx/>
                        <a:buSzTx/>
                        <a:buFontTx/>
                        <a:buNone/>
                        <a:tabLst/>
                        <a:defRPr/>
                      </a:pPr>
                      <a:r>
                        <a:rPr lang="en-US" sz="1500" b="1" dirty="0">
                          <a:latin typeface="Aptos" panose="020B0004020202020204" pitchFamily="34" charset="0"/>
                          <a:cs typeface="Times New Roman" panose="02020603050405020304" pitchFamily="18" charset="0"/>
                        </a:rPr>
                        <a:t>A. Workflow Overview</a:t>
                      </a: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2631617457"/>
                  </a:ext>
                </a:extLst>
              </a:tr>
              <a:tr h="282798">
                <a:tc>
                  <a:txBody>
                    <a:bodyPr/>
                    <a:lstStyle/>
                    <a:p>
                      <a:pPr marL="0" marR="0" lvl="0" indent="0" algn="l" defTabSz="342991" rtl="0" eaLnBrk="1" fontAlgn="auto" latinLnBrk="0" hangingPunct="1">
                        <a:lnSpc>
                          <a:spcPct val="100000"/>
                        </a:lnSpc>
                        <a:spcBef>
                          <a:spcPts val="0"/>
                        </a:spcBef>
                        <a:spcAft>
                          <a:spcPts val="0"/>
                        </a:spcAft>
                        <a:buClrTx/>
                        <a:buSzTx/>
                        <a:buFontTx/>
                        <a:buNone/>
                        <a:tabLst/>
                        <a:defRPr/>
                      </a:pPr>
                      <a:r>
                        <a:rPr lang="en-US" sz="1500" b="1" dirty="0">
                          <a:latin typeface="Aptos" panose="020B0004020202020204" pitchFamily="34" charset="0"/>
                          <a:cs typeface="Times New Roman" panose="02020603050405020304" pitchFamily="18" charset="0"/>
                        </a:rPr>
                        <a:t>B. Modules</a:t>
                      </a: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2864764366"/>
                  </a:ext>
                </a:extLst>
              </a:tr>
              <a:tr h="282798">
                <a:tc>
                  <a:txBody>
                    <a:bodyPr/>
                    <a:lstStyle/>
                    <a:p>
                      <a:pPr marL="0" marR="0" lvl="0" indent="0" algn="l" defTabSz="342991" rtl="0" eaLnBrk="1" fontAlgn="auto" latinLnBrk="0" hangingPunct="1">
                        <a:lnSpc>
                          <a:spcPct val="100000"/>
                        </a:lnSpc>
                        <a:spcBef>
                          <a:spcPts val="0"/>
                        </a:spcBef>
                        <a:spcAft>
                          <a:spcPts val="0"/>
                        </a:spcAft>
                        <a:buClrTx/>
                        <a:buSzTx/>
                        <a:buFontTx/>
                        <a:buNone/>
                        <a:tabLst/>
                        <a:defRPr/>
                      </a:pPr>
                      <a:r>
                        <a:rPr lang="en-US" sz="1500" b="1" dirty="0">
                          <a:latin typeface="Aptos" panose="020B0004020202020204" pitchFamily="34" charset="0"/>
                          <a:cs typeface="Times New Roman" panose="02020603050405020304" pitchFamily="18" charset="0"/>
                        </a:rPr>
                        <a:t>Module 1:  User Management and Role Based Access Control</a:t>
                      </a: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492761846"/>
                  </a:ext>
                </a:extLst>
              </a:tr>
              <a:tr h="282798">
                <a:tc>
                  <a:txBody>
                    <a:bodyPr/>
                    <a:lstStyle/>
                    <a:p>
                      <a:pPr marL="0" marR="0" lvl="0" indent="0" algn="l" defTabSz="342991" rtl="0" eaLnBrk="1" fontAlgn="auto" latinLnBrk="0" hangingPunct="1">
                        <a:lnSpc>
                          <a:spcPct val="100000"/>
                        </a:lnSpc>
                        <a:spcBef>
                          <a:spcPts val="0"/>
                        </a:spcBef>
                        <a:spcAft>
                          <a:spcPts val="0"/>
                        </a:spcAft>
                        <a:buClrTx/>
                        <a:buSzTx/>
                        <a:buFontTx/>
                        <a:buNone/>
                        <a:tabLst/>
                        <a:defRPr/>
                      </a:pPr>
                      <a:r>
                        <a:rPr lang="en-US" sz="1500" b="1" dirty="0">
                          <a:latin typeface="Aptos" panose="020B0004020202020204" pitchFamily="34" charset="0"/>
                          <a:cs typeface="Times New Roman" panose="02020603050405020304" pitchFamily="18" charset="0"/>
                        </a:rPr>
                        <a:t>Module 2 - Committee, Sub-Committee &amp; Meeting Management</a:t>
                      </a:r>
                      <a:r>
                        <a:rPr lang="en-IN" sz="1500" b="1" dirty="0">
                          <a:latin typeface="Aptos" panose="020B0004020202020204" pitchFamily="34" charset="0"/>
                          <a:cs typeface="Times New Roman" panose="02020603050405020304" pitchFamily="18" charset="0"/>
                        </a:rPr>
                        <a:t>​</a:t>
                      </a:r>
                      <a:endParaRPr lang="en-US" sz="1500" b="1" dirty="0">
                        <a:latin typeface="Aptos" panose="020B0004020202020204" pitchFamily="34" charset="0"/>
                        <a:cs typeface="Times New Roman" panose="02020603050405020304" pitchFamily="18" charset="0"/>
                      </a:endParaRP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614967170"/>
                  </a:ext>
                </a:extLst>
              </a:tr>
              <a:tr h="282798">
                <a:tc>
                  <a:txBody>
                    <a:bodyPr/>
                    <a:lstStyle/>
                    <a:p>
                      <a:pPr marL="0" marR="0" lvl="0" indent="0" algn="l" defTabSz="342991" rtl="0" eaLnBrk="1" fontAlgn="auto" latinLnBrk="0" hangingPunct="1">
                        <a:lnSpc>
                          <a:spcPct val="100000"/>
                        </a:lnSpc>
                        <a:spcBef>
                          <a:spcPts val="0"/>
                        </a:spcBef>
                        <a:spcAft>
                          <a:spcPts val="0"/>
                        </a:spcAft>
                        <a:buClrTx/>
                        <a:buSzTx/>
                        <a:buFontTx/>
                        <a:buNone/>
                        <a:tabLst/>
                        <a:defRPr/>
                      </a:pPr>
                      <a:r>
                        <a:rPr lang="en-US" sz="1500" b="1" dirty="0">
                          <a:latin typeface="Aptos" panose="020B0004020202020204" pitchFamily="34" charset="0"/>
                          <a:cs typeface="Times New Roman" panose="02020603050405020304" pitchFamily="18" charset="0"/>
                        </a:rPr>
                        <a:t>Module 3 - Agenda, Group &amp; Correspondence Group Management</a:t>
                      </a:r>
                      <a:r>
                        <a:rPr lang="en-IN" sz="1500" b="1" dirty="0">
                          <a:latin typeface="Aptos" panose="020B0004020202020204" pitchFamily="34" charset="0"/>
                          <a:cs typeface="Times New Roman" panose="02020603050405020304" pitchFamily="18" charset="0"/>
                        </a:rPr>
                        <a:t>​</a:t>
                      </a:r>
                      <a:endParaRPr lang="en-US" sz="1500" b="1" dirty="0">
                        <a:latin typeface="Aptos" panose="020B0004020202020204" pitchFamily="34" charset="0"/>
                        <a:cs typeface="Times New Roman" panose="02020603050405020304" pitchFamily="18" charset="0"/>
                      </a:endParaRP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2833430096"/>
                  </a:ext>
                </a:extLst>
              </a:tr>
              <a:tr h="282798">
                <a:tc>
                  <a:txBody>
                    <a:bodyPr/>
                    <a:lstStyle/>
                    <a:p>
                      <a:pPr marL="12700">
                        <a:spcBef>
                          <a:spcPts val="95"/>
                        </a:spcBef>
                      </a:pPr>
                      <a:r>
                        <a:rPr lang="en-US" sz="1500" b="1" dirty="0">
                          <a:latin typeface="Aptos" panose="020B0004020202020204" pitchFamily="34" charset="0"/>
                          <a:cs typeface="Times New Roman" panose="02020603050405020304" pitchFamily="18" charset="0"/>
                        </a:rPr>
                        <a:t>Module 4 - Task Management System</a:t>
                      </a:r>
                      <a:r>
                        <a:rPr lang="en-IN" sz="1500" b="1" dirty="0">
                          <a:latin typeface="Aptos" panose="020B0004020202020204" pitchFamily="34" charset="0"/>
                          <a:cs typeface="Times New Roman" panose="02020603050405020304" pitchFamily="18" charset="0"/>
                        </a:rPr>
                        <a:t>​</a:t>
                      </a:r>
                      <a:endParaRPr lang="en-US" sz="1500" b="1" dirty="0">
                        <a:latin typeface="Aptos" panose="020B0004020202020204" pitchFamily="34" charset="0"/>
                        <a:cs typeface="Times New Roman" panose="02020603050405020304" pitchFamily="18" charset="0"/>
                      </a:endParaRP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994867762"/>
                  </a:ext>
                </a:extLst>
              </a:tr>
              <a:tr h="282798">
                <a:tc>
                  <a:txBody>
                    <a:bodyPr/>
                    <a:lstStyle/>
                    <a:p>
                      <a:pPr marL="12700" marR="0" lvl="0" indent="0" algn="l" defTabSz="342991" rtl="0" eaLnBrk="1" fontAlgn="auto" latinLnBrk="0" hangingPunct="1">
                        <a:lnSpc>
                          <a:spcPct val="100000"/>
                        </a:lnSpc>
                        <a:spcBef>
                          <a:spcPts val="95"/>
                        </a:spcBef>
                        <a:spcAft>
                          <a:spcPts val="0"/>
                        </a:spcAft>
                        <a:buClrTx/>
                        <a:buSzTx/>
                        <a:buFontTx/>
                        <a:buNone/>
                        <a:tabLst/>
                        <a:defRPr/>
                      </a:pPr>
                      <a:r>
                        <a:rPr lang="en-US" sz="1500" b="1" dirty="0">
                          <a:latin typeface="Aptos" panose="020B0004020202020204" pitchFamily="34" charset="0"/>
                          <a:cs typeface="Times New Roman" panose="02020603050405020304" pitchFamily="18" charset="0"/>
                        </a:rPr>
                        <a:t>Module 5 - Document Repository &amp; Paper Preparation</a:t>
                      </a:r>
                      <a:r>
                        <a:rPr lang="en-IN" sz="1500" b="1" dirty="0">
                          <a:latin typeface="Aptos" panose="020B0004020202020204" pitchFamily="34" charset="0"/>
                          <a:cs typeface="Times New Roman" panose="02020603050405020304" pitchFamily="18" charset="0"/>
                        </a:rPr>
                        <a:t>​</a:t>
                      </a:r>
                      <a:endParaRPr lang="en-US" sz="1500" b="1" dirty="0">
                        <a:latin typeface="Aptos" panose="020B0004020202020204" pitchFamily="34" charset="0"/>
                        <a:cs typeface="Times New Roman" panose="02020603050405020304" pitchFamily="18" charset="0"/>
                      </a:endParaRP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61522471"/>
                  </a:ext>
                </a:extLst>
              </a:tr>
              <a:tr h="282798">
                <a:tc>
                  <a:txBody>
                    <a:bodyPr/>
                    <a:lstStyle/>
                    <a:p>
                      <a:pPr marL="12700" marR="0" lvl="0" indent="0" algn="l" defTabSz="342991" rtl="0" eaLnBrk="1" fontAlgn="auto" latinLnBrk="0" hangingPunct="1">
                        <a:lnSpc>
                          <a:spcPct val="100000"/>
                        </a:lnSpc>
                        <a:spcBef>
                          <a:spcPts val="95"/>
                        </a:spcBef>
                        <a:spcAft>
                          <a:spcPts val="0"/>
                        </a:spcAft>
                        <a:buClrTx/>
                        <a:buSzTx/>
                        <a:buFontTx/>
                        <a:buNone/>
                        <a:tabLst/>
                        <a:defRPr/>
                      </a:pPr>
                      <a:r>
                        <a:rPr lang="en-US" sz="1500" b="1" dirty="0">
                          <a:latin typeface="Aptos" panose="020B0004020202020204" pitchFamily="34" charset="0"/>
                          <a:cs typeface="Times New Roman" panose="02020603050405020304" pitchFamily="18" charset="0"/>
                        </a:rPr>
                        <a:t>Module 6 - Feedback, Review &amp; Consolidation</a:t>
                      </a:r>
                      <a:r>
                        <a:rPr lang="en-IN" sz="1500" b="1" dirty="0">
                          <a:latin typeface="Aptos" panose="020B0004020202020204" pitchFamily="34" charset="0"/>
                          <a:cs typeface="Times New Roman" panose="02020603050405020304" pitchFamily="18" charset="0"/>
                        </a:rPr>
                        <a:t>​</a:t>
                      </a:r>
                      <a:endParaRPr lang="en-US" sz="1500" b="1" dirty="0">
                        <a:latin typeface="Aptos" panose="020B0004020202020204" pitchFamily="34" charset="0"/>
                        <a:cs typeface="Times New Roman" panose="02020603050405020304" pitchFamily="18" charset="0"/>
                      </a:endParaRP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3923220242"/>
                  </a:ext>
                </a:extLst>
              </a:tr>
              <a:tr h="282798">
                <a:tc>
                  <a:txBody>
                    <a:bodyPr/>
                    <a:lstStyle/>
                    <a:p>
                      <a:pPr marL="12700" marR="0" lvl="0" indent="0" algn="l" defTabSz="342991" rtl="0" eaLnBrk="1" fontAlgn="auto" latinLnBrk="0" hangingPunct="1">
                        <a:lnSpc>
                          <a:spcPct val="100000"/>
                        </a:lnSpc>
                        <a:spcBef>
                          <a:spcPts val="95"/>
                        </a:spcBef>
                        <a:spcAft>
                          <a:spcPts val="0"/>
                        </a:spcAft>
                        <a:buClrTx/>
                        <a:buSzTx/>
                        <a:buFontTx/>
                        <a:buNone/>
                        <a:tabLst/>
                        <a:defRPr/>
                      </a:pPr>
                      <a:r>
                        <a:rPr lang="en-US" sz="1500" b="1" dirty="0">
                          <a:latin typeface="Aptos" panose="020B0004020202020204" pitchFamily="34" charset="0"/>
                          <a:cs typeface="Times New Roman" panose="02020603050405020304" pitchFamily="18" charset="0"/>
                        </a:rPr>
                        <a:t>Module 7 - Real-Time Collaboration Tools</a:t>
                      </a:r>
                      <a:r>
                        <a:rPr lang="en-IN" sz="1500" b="1" dirty="0">
                          <a:latin typeface="Aptos" panose="020B0004020202020204" pitchFamily="34" charset="0"/>
                          <a:cs typeface="Times New Roman" panose="02020603050405020304" pitchFamily="18" charset="0"/>
                        </a:rPr>
                        <a:t>​</a:t>
                      </a:r>
                      <a:endParaRPr lang="en-US" sz="1500" b="1" dirty="0">
                        <a:latin typeface="Aptos" panose="020B0004020202020204" pitchFamily="34" charset="0"/>
                        <a:cs typeface="Times New Roman" panose="02020603050405020304" pitchFamily="18" charset="0"/>
                      </a:endParaRP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3334622378"/>
                  </a:ext>
                </a:extLst>
              </a:tr>
              <a:tr h="282798">
                <a:tc>
                  <a:txBody>
                    <a:bodyPr/>
                    <a:lstStyle/>
                    <a:p>
                      <a:pPr marL="12700" marR="0" lvl="0" indent="0" algn="l" defTabSz="342991" rtl="0" eaLnBrk="1" fontAlgn="auto" latinLnBrk="0" hangingPunct="1">
                        <a:lnSpc>
                          <a:spcPct val="100000"/>
                        </a:lnSpc>
                        <a:spcBef>
                          <a:spcPts val="95"/>
                        </a:spcBef>
                        <a:spcAft>
                          <a:spcPts val="0"/>
                        </a:spcAft>
                        <a:buClrTx/>
                        <a:buSzTx/>
                        <a:buFontTx/>
                        <a:buNone/>
                        <a:tabLst/>
                        <a:defRPr/>
                      </a:pPr>
                      <a:r>
                        <a:rPr lang="en-US" sz="1500" b="1" dirty="0">
                          <a:latin typeface="Aptos" panose="020B0004020202020204" pitchFamily="34" charset="0"/>
                          <a:cs typeface="Times New Roman" panose="02020603050405020304" pitchFamily="18" charset="0"/>
                        </a:rPr>
                        <a:t>Module 8 - </a:t>
                      </a:r>
                      <a:r>
                        <a:rPr lang="en-US" sz="1500" b="1" i="0" u="none" strike="noStrike" kern="1200" dirty="0">
                          <a:solidFill>
                            <a:schemeClr val="dk1"/>
                          </a:solidFill>
                          <a:effectLst/>
                          <a:latin typeface="Aptos" panose="020B0004020202020204" pitchFamily="34" charset="0"/>
                          <a:ea typeface="+mn-ea"/>
                          <a:cs typeface="Times New Roman" panose="02020603050405020304" pitchFamily="18" charset="0"/>
                        </a:rPr>
                        <a:t>Reporting, Monitoring &amp; Analytics</a:t>
                      </a:r>
                      <a:endParaRPr lang="en-US" sz="1500" b="1" dirty="0">
                        <a:latin typeface="Aptos" panose="020B0004020202020204" pitchFamily="34" charset="0"/>
                        <a:cs typeface="Times New Roman" panose="02020603050405020304" pitchFamily="18" charset="0"/>
                      </a:endParaRP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643787484"/>
                  </a:ext>
                </a:extLst>
              </a:tr>
              <a:tr h="282798">
                <a:tc>
                  <a:txBody>
                    <a:bodyPr/>
                    <a:lstStyle/>
                    <a:p>
                      <a:pPr marL="12700" marR="0" lvl="0" indent="0" algn="l" defTabSz="342991" rtl="0" eaLnBrk="1" fontAlgn="auto" latinLnBrk="0" hangingPunct="1">
                        <a:lnSpc>
                          <a:spcPct val="100000"/>
                        </a:lnSpc>
                        <a:spcBef>
                          <a:spcPts val="95"/>
                        </a:spcBef>
                        <a:spcAft>
                          <a:spcPts val="0"/>
                        </a:spcAft>
                        <a:buClrTx/>
                        <a:buSzTx/>
                        <a:buFontTx/>
                        <a:buNone/>
                        <a:tabLst/>
                        <a:defRPr/>
                      </a:pPr>
                      <a:r>
                        <a:rPr lang="en-US" sz="1500" b="1" dirty="0">
                          <a:latin typeface="Aptos" panose="020B0004020202020204" pitchFamily="34" charset="0"/>
                        </a:rPr>
                        <a:t>Module 9 - “Others+” International Engagements Module</a:t>
                      </a:r>
                      <a:r>
                        <a:rPr lang="en-IN" sz="1500" b="1" dirty="0">
                          <a:latin typeface="Aptos" panose="020B0004020202020204" pitchFamily="34" charset="0"/>
                        </a:rPr>
                        <a:t>​</a:t>
                      </a:r>
                      <a:endParaRPr lang="en-US" sz="1500" b="1" dirty="0">
                        <a:latin typeface="Aptos" panose="020B0004020202020204" pitchFamily="34" charset="0"/>
                      </a:endParaRP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4007091081"/>
                  </a:ext>
                </a:extLst>
              </a:tr>
              <a:tr h="282798">
                <a:tc>
                  <a:txBody>
                    <a:bodyPr/>
                    <a:lstStyle/>
                    <a:p>
                      <a:pPr marL="12700" marR="0" lvl="0" indent="0" algn="l" defTabSz="342991" rtl="0" eaLnBrk="1" fontAlgn="auto" latinLnBrk="0" hangingPunct="1">
                        <a:lnSpc>
                          <a:spcPct val="100000"/>
                        </a:lnSpc>
                        <a:spcBef>
                          <a:spcPts val="95"/>
                        </a:spcBef>
                        <a:spcAft>
                          <a:spcPts val="0"/>
                        </a:spcAft>
                        <a:buClrTx/>
                        <a:buSzTx/>
                        <a:buFontTx/>
                        <a:buNone/>
                        <a:tabLst/>
                        <a:defRPr/>
                      </a:pPr>
                      <a:r>
                        <a:rPr lang="en-US" sz="1500" b="1" dirty="0">
                          <a:latin typeface="Aptos" panose="020B0004020202020204" pitchFamily="34" charset="0"/>
                        </a:rPr>
                        <a:t>C. India Representation at IMO</a:t>
                      </a: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899047994"/>
                  </a:ext>
                </a:extLst>
              </a:tr>
              <a:tr h="282798">
                <a:tc>
                  <a:txBody>
                    <a:bodyPr/>
                    <a:lstStyle/>
                    <a:p>
                      <a:pPr marL="12700">
                        <a:spcBef>
                          <a:spcPts val="95"/>
                        </a:spcBef>
                      </a:pPr>
                      <a:r>
                        <a:rPr lang="en-US" sz="1500" b="1" dirty="0">
                          <a:latin typeface="Aptos" panose="020B0004020202020204" pitchFamily="34" charset="0"/>
                        </a:rPr>
                        <a:t>D. User Roles and Access Management</a:t>
                      </a: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3816024347"/>
                  </a:ext>
                </a:extLst>
              </a:tr>
              <a:tr h="282798">
                <a:tc>
                  <a:txBody>
                    <a:bodyPr/>
                    <a:lstStyle/>
                    <a:p>
                      <a:pPr marL="12700">
                        <a:spcBef>
                          <a:spcPts val="95"/>
                        </a:spcBef>
                      </a:pPr>
                      <a:r>
                        <a:rPr lang="en-US" sz="1500" b="1" dirty="0">
                          <a:latin typeface="Aptos" panose="020B0004020202020204" pitchFamily="34" charset="0"/>
                        </a:rPr>
                        <a:t>E. Access Rights Matrix</a:t>
                      </a: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2173988168"/>
                  </a:ext>
                </a:extLst>
              </a:tr>
              <a:tr h="282798">
                <a:tc>
                  <a:txBody>
                    <a:bodyPr/>
                    <a:lstStyle/>
                    <a:p>
                      <a:pPr marL="12700">
                        <a:spcBef>
                          <a:spcPts val="95"/>
                        </a:spcBef>
                      </a:pPr>
                      <a:r>
                        <a:rPr lang="en-US" sz="1500" b="1" dirty="0">
                          <a:latin typeface="Aptos" panose="020B0004020202020204" pitchFamily="34" charset="0"/>
                        </a:rPr>
                        <a:t>F. Roles and Permission Matrix</a:t>
                      </a: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13025259"/>
                  </a:ext>
                </a:extLst>
              </a:tr>
              <a:tr h="282798">
                <a:tc>
                  <a:txBody>
                    <a:bodyPr/>
                    <a:lstStyle/>
                    <a:p>
                      <a:pPr marL="12700">
                        <a:spcBef>
                          <a:spcPts val="95"/>
                        </a:spcBef>
                      </a:pPr>
                      <a:r>
                        <a:rPr lang="en-US" sz="1500" b="1" dirty="0">
                          <a:latin typeface="Aptos" panose="020B0004020202020204" pitchFamily="34" charset="0"/>
                        </a:rPr>
                        <a:t>G. Calendar</a:t>
                      </a:r>
                    </a:p>
                  </a:txBody>
                  <a:tcPr marL="100584" marR="100584"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246988660"/>
                  </a:ext>
                </a:extLst>
              </a:tr>
            </a:tbl>
          </a:graphicData>
        </a:graphic>
      </p:graphicFrame>
      <p:sp>
        <p:nvSpPr>
          <p:cNvPr id="2" name="Title 1">
            <a:extLst>
              <a:ext uri="{FF2B5EF4-FFF2-40B4-BE49-F238E27FC236}">
                <a16:creationId xmlns:a16="http://schemas.microsoft.com/office/drawing/2014/main" id="{82674039-DD57-1819-7833-4ACE0BEA77A3}"/>
              </a:ext>
            </a:extLst>
          </p:cNvPr>
          <p:cNvSpPr txBox="1">
            <a:spLocks/>
          </p:cNvSpPr>
          <p:nvPr/>
        </p:nvSpPr>
        <p:spPr>
          <a:xfrm>
            <a:off x="469900" y="295938"/>
            <a:ext cx="10745731" cy="594360"/>
          </a:xfrm>
          <a:prstGeom prst="rect">
            <a:avLst/>
          </a:prstGeom>
        </p:spPr>
        <p:txBody>
          <a:bodyPr vert="horz" lIns="0" tIns="0" rIns="0" bIns="0" rtlCol="0" anchor="t" anchorCtr="0">
            <a:normAutofit/>
          </a:bodyPr>
          <a:lstStyle>
            <a:lvl1pPr defTabSz="342991">
              <a:spcBef>
                <a:spcPct val="0"/>
              </a:spcBef>
              <a:buNone/>
              <a:defRPr sz="2000" b="1">
                <a:effectLst/>
                <a:latin typeface="+mj-lt"/>
                <a:ea typeface="Proxima Nova" charset="0"/>
                <a:cs typeface="Proxima Nova" charset="0"/>
              </a:defRPr>
            </a:lvl1pPr>
          </a:lstStyle>
          <a:p>
            <a:pPr lvl="0">
              <a:defRPr/>
            </a:pPr>
            <a:r>
              <a:rPr lang="en-US" spc="-75" dirty="0">
                <a:solidFill>
                  <a:schemeClr val="accent2">
                    <a:lumMod val="75000"/>
                  </a:schemeClr>
                </a:solidFill>
                <a:latin typeface="Aptos" panose="020B0004020202020204" pitchFamily="34" charset="0"/>
                <a:ea typeface="Open Sans"/>
                <a:cs typeface="Open Sans"/>
              </a:rPr>
              <a:t>Table of Contents </a:t>
            </a:r>
          </a:p>
        </p:txBody>
      </p:sp>
    </p:spTree>
    <p:extLst>
      <p:ext uri="{BB962C8B-B14F-4D97-AF65-F5344CB8AC3E}">
        <p14:creationId xmlns:p14="http://schemas.microsoft.com/office/powerpoint/2010/main" val="1407200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95E4A-6276-2D1A-05F7-0052E8C68E0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AC05161-4061-B7E3-2F84-E6912AE377A9}"/>
              </a:ext>
            </a:extLst>
          </p:cNvPr>
          <p:cNvSpPr txBox="1">
            <a:spLocks noGrp="1"/>
          </p:cNvSpPr>
          <p:nvPr>
            <p:ph type="body" sz="quarter" idx="10"/>
          </p:nvPr>
        </p:nvSpPr>
        <p:spPr>
          <a:xfrm>
            <a:off x="502787" y="3884631"/>
            <a:ext cx="9029604" cy="828329"/>
          </a:xfrm>
        </p:spPr>
        <p:txBody>
          <a:bodyPr vert="horz" lIns="0" tIns="12065" rIns="0" bIns="0" rtlCol="0">
            <a:normAutofit/>
          </a:bodyPr>
          <a:lstStyle/>
          <a:p>
            <a:pPr marL="12700">
              <a:spcBef>
                <a:spcPts val="95"/>
              </a:spcBef>
            </a:pPr>
            <a:r>
              <a:rPr lang="en-US" dirty="0"/>
              <a:t>A. Workflow Overview</a:t>
            </a:r>
          </a:p>
        </p:txBody>
      </p:sp>
    </p:spTree>
    <p:extLst>
      <p:ext uri="{BB962C8B-B14F-4D97-AF65-F5344CB8AC3E}">
        <p14:creationId xmlns:p14="http://schemas.microsoft.com/office/powerpoint/2010/main" val="2368587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D5B136C3-E3DD-C72C-C65B-03AA70957AD6}"/>
              </a:ext>
            </a:extLst>
          </p:cNvPr>
          <p:cNvSpPr>
            <a:spLocks noGrp="1"/>
          </p:cNvSpPr>
          <p:nvPr>
            <p:ph type="body" sz="quarter" idx="13"/>
          </p:nvPr>
        </p:nvSpPr>
        <p:spPr>
          <a:xfrm>
            <a:off x="469900" y="736689"/>
            <a:ext cx="11252200" cy="467644"/>
          </a:xfrm>
        </p:spPr>
        <p:txBody>
          <a:bodyPr/>
          <a:lstStyle/>
          <a:p>
            <a:r>
              <a:rPr lang="en-US" b="1" dirty="0"/>
              <a:t>Workflow Overview</a:t>
            </a:r>
          </a:p>
        </p:txBody>
      </p:sp>
      <p:pic>
        <p:nvPicPr>
          <p:cNvPr id="7" name="Graphic 6" descr="Badge 1 with solid fill">
            <a:extLst>
              <a:ext uri="{FF2B5EF4-FFF2-40B4-BE49-F238E27FC236}">
                <a16:creationId xmlns:a16="http://schemas.microsoft.com/office/drawing/2014/main" id="{439CBB71-45ED-422E-D516-4374BABA68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875" y="2147003"/>
            <a:ext cx="428126" cy="428126"/>
          </a:xfrm>
          <a:prstGeom prst="rect">
            <a:avLst/>
          </a:prstGeom>
        </p:spPr>
      </p:pic>
      <p:pic>
        <p:nvPicPr>
          <p:cNvPr id="9" name="Graphic 8" descr="Badge with solid fill">
            <a:extLst>
              <a:ext uri="{FF2B5EF4-FFF2-40B4-BE49-F238E27FC236}">
                <a16:creationId xmlns:a16="http://schemas.microsoft.com/office/drawing/2014/main" id="{4510F02E-95AD-ECAD-D0E0-805DC584D5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873" y="3699293"/>
            <a:ext cx="428125" cy="428125"/>
          </a:xfrm>
          <a:prstGeom prst="rect">
            <a:avLst/>
          </a:prstGeom>
        </p:spPr>
      </p:pic>
      <p:pic>
        <p:nvPicPr>
          <p:cNvPr id="12" name="Graphic 11" descr="Badge 3 with solid fill">
            <a:extLst>
              <a:ext uri="{FF2B5EF4-FFF2-40B4-BE49-F238E27FC236}">
                <a16:creationId xmlns:a16="http://schemas.microsoft.com/office/drawing/2014/main" id="{59B7910A-94CF-DB03-8991-7785C714F2A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977" y="4958890"/>
            <a:ext cx="428125" cy="428125"/>
          </a:xfrm>
          <a:prstGeom prst="rect">
            <a:avLst/>
          </a:prstGeom>
        </p:spPr>
      </p:pic>
      <p:pic>
        <p:nvPicPr>
          <p:cNvPr id="14" name="Graphic 13" descr="Badge 4 with solid fill">
            <a:extLst>
              <a:ext uri="{FF2B5EF4-FFF2-40B4-BE49-F238E27FC236}">
                <a16:creationId xmlns:a16="http://schemas.microsoft.com/office/drawing/2014/main" id="{E05B313B-A23F-FE54-8C34-661D6E02DE5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66450" y="2147003"/>
            <a:ext cx="457200" cy="457200"/>
          </a:xfrm>
          <a:prstGeom prst="rect">
            <a:avLst/>
          </a:prstGeom>
        </p:spPr>
      </p:pic>
      <p:pic>
        <p:nvPicPr>
          <p:cNvPr id="16" name="Graphic 15" descr="Badge 5 with solid fill">
            <a:extLst>
              <a:ext uri="{FF2B5EF4-FFF2-40B4-BE49-F238E27FC236}">
                <a16:creationId xmlns:a16="http://schemas.microsoft.com/office/drawing/2014/main" id="{96B4B2BD-767C-5D58-83F7-F1C0E7837A5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78510" y="3546873"/>
            <a:ext cx="457200" cy="457200"/>
          </a:xfrm>
          <a:prstGeom prst="rect">
            <a:avLst/>
          </a:prstGeom>
        </p:spPr>
      </p:pic>
      <p:pic>
        <p:nvPicPr>
          <p:cNvPr id="18" name="Graphic 17" descr="Badge 6 with solid fill">
            <a:extLst>
              <a:ext uri="{FF2B5EF4-FFF2-40B4-BE49-F238E27FC236}">
                <a16:creationId xmlns:a16="http://schemas.microsoft.com/office/drawing/2014/main" id="{772E506E-A709-DD75-11C8-FA68E6ABA24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78510" y="4929815"/>
            <a:ext cx="457200" cy="457200"/>
          </a:xfrm>
          <a:prstGeom prst="rect">
            <a:avLst/>
          </a:prstGeom>
        </p:spPr>
      </p:pic>
      <p:pic>
        <p:nvPicPr>
          <p:cNvPr id="22" name="Picture 21">
            <a:extLst>
              <a:ext uri="{FF2B5EF4-FFF2-40B4-BE49-F238E27FC236}">
                <a16:creationId xmlns:a16="http://schemas.microsoft.com/office/drawing/2014/main" id="{C8707A6B-3553-DB53-7C0A-95C6A0BB1C47}"/>
              </a:ext>
            </a:extLst>
          </p:cNvPr>
          <p:cNvPicPr>
            <a:picLocks noChangeAspect="1"/>
          </p:cNvPicPr>
          <p:nvPr/>
        </p:nvPicPr>
        <p:blipFill>
          <a:blip r:embed="rId9"/>
          <a:stretch>
            <a:fillRect/>
          </a:stretch>
        </p:blipFill>
        <p:spPr>
          <a:xfrm>
            <a:off x="468769" y="1501065"/>
            <a:ext cx="5362456" cy="4728187"/>
          </a:xfrm>
          <a:prstGeom prst="rect">
            <a:avLst/>
          </a:prstGeom>
        </p:spPr>
      </p:pic>
      <p:pic>
        <p:nvPicPr>
          <p:cNvPr id="26" name="Picture 25">
            <a:extLst>
              <a:ext uri="{FF2B5EF4-FFF2-40B4-BE49-F238E27FC236}">
                <a16:creationId xmlns:a16="http://schemas.microsoft.com/office/drawing/2014/main" id="{4046E52E-11FD-8D00-D03F-98B71762259C}"/>
              </a:ext>
            </a:extLst>
          </p:cNvPr>
          <p:cNvPicPr>
            <a:picLocks noChangeAspect="1"/>
          </p:cNvPicPr>
          <p:nvPr/>
        </p:nvPicPr>
        <p:blipFill>
          <a:blip r:embed="rId10"/>
          <a:stretch>
            <a:fillRect/>
          </a:stretch>
        </p:blipFill>
        <p:spPr>
          <a:xfrm>
            <a:off x="6382995" y="1425542"/>
            <a:ext cx="5396138" cy="4699862"/>
          </a:xfrm>
          <a:prstGeom prst="rect">
            <a:avLst/>
          </a:prstGeom>
        </p:spPr>
      </p:pic>
    </p:spTree>
    <p:extLst>
      <p:ext uri="{BB962C8B-B14F-4D97-AF65-F5344CB8AC3E}">
        <p14:creationId xmlns:p14="http://schemas.microsoft.com/office/powerpoint/2010/main" val="1169931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4C725144-DF6E-CE55-8FF9-9B8D9193F2F6}"/>
              </a:ext>
            </a:extLst>
          </p:cNvPr>
          <p:cNvSpPr>
            <a:spLocks noGrp="1"/>
          </p:cNvSpPr>
          <p:nvPr>
            <p:ph type="body" sz="quarter" idx="13"/>
          </p:nvPr>
        </p:nvSpPr>
        <p:spPr>
          <a:xfrm>
            <a:off x="469900" y="736689"/>
            <a:ext cx="11252200" cy="456492"/>
          </a:xfrm>
        </p:spPr>
        <p:txBody>
          <a:bodyPr/>
          <a:lstStyle/>
          <a:p>
            <a:r>
              <a:rPr lang="en-US" b="1" dirty="0"/>
              <a:t>Workflow Overview</a:t>
            </a:r>
          </a:p>
        </p:txBody>
      </p:sp>
      <p:pic>
        <p:nvPicPr>
          <p:cNvPr id="6" name="Graphic 5" descr="Badge 7 with solid fill">
            <a:extLst>
              <a:ext uri="{FF2B5EF4-FFF2-40B4-BE49-F238E27FC236}">
                <a16:creationId xmlns:a16="http://schemas.microsoft.com/office/drawing/2014/main" id="{50C26C49-3F0F-1907-DAA8-1E7CE264E5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00" y="1990493"/>
            <a:ext cx="457200" cy="457200"/>
          </a:xfrm>
          <a:prstGeom prst="rect">
            <a:avLst/>
          </a:prstGeom>
        </p:spPr>
      </p:pic>
      <p:pic>
        <p:nvPicPr>
          <p:cNvPr id="9" name="Graphic 8" descr="Badge 8 with solid fill">
            <a:extLst>
              <a:ext uri="{FF2B5EF4-FFF2-40B4-BE49-F238E27FC236}">
                <a16:creationId xmlns:a16="http://schemas.microsoft.com/office/drawing/2014/main" id="{8F921DD9-195E-5327-CC43-161C66A1C6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08" y="3520049"/>
            <a:ext cx="456492" cy="456492"/>
          </a:xfrm>
          <a:prstGeom prst="rect">
            <a:avLst/>
          </a:prstGeom>
        </p:spPr>
      </p:pic>
      <p:pic>
        <p:nvPicPr>
          <p:cNvPr id="12" name="Graphic 11" descr="Badge 9 with solid fill">
            <a:extLst>
              <a:ext uri="{FF2B5EF4-FFF2-40B4-BE49-F238E27FC236}">
                <a16:creationId xmlns:a16="http://schemas.microsoft.com/office/drawing/2014/main" id="{8CBDD252-305A-A2F5-2830-90C35F9DD2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00" y="4850780"/>
            <a:ext cx="457200" cy="457200"/>
          </a:xfrm>
          <a:prstGeom prst="rect">
            <a:avLst/>
          </a:prstGeom>
        </p:spPr>
      </p:pic>
      <p:pic>
        <p:nvPicPr>
          <p:cNvPr id="14" name="Graphic 13" descr="Badge 10 with solid fill">
            <a:extLst>
              <a:ext uri="{FF2B5EF4-FFF2-40B4-BE49-F238E27FC236}">
                <a16:creationId xmlns:a16="http://schemas.microsoft.com/office/drawing/2014/main" id="{ED8D8EEA-EA1A-1035-3E4C-99774C99CCC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67400" y="1990493"/>
            <a:ext cx="457200" cy="457200"/>
          </a:xfrm>
          <a:prstGeom prst="rect">
            <a:avLst/>
          </a:prstGeom>
        </p:spPr>
      </p:pic>
      <p:sp>
        <p:nvSpPr>
          <p:cNvPr id="19" name="Oval 18">
            <a:extLst>
              <a:ext uri="{FF2B5EF4-FFF2-40B4-BE49-F238E27FC236}">
                <a16:creationId xmlns:a16="http://schemas.microsoft.com/office/drawing/2014/main" id="{A5601A01-8C3B-0F64-4BC1-DA35048FF4F4}"/>
              </a:ext>
            </a:extLst>
          </p:cNvPr>
          <p:cNvSpPr/>
          <p:nvPr/>
        </p:nvSpPr>
        <p:spPr>
          <a:xfrm>
            <a:off x="5980750" y="3520049"/>
            <a:ext cx="343850" cy="327122"/>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l"/>
            <a:endParaRPr lang="en-IN" sz="1200" dirty="0">
              <a:solidFill>
                <a:schemeClr val="tx1"/>
              </a:solidFill>
            </a:endParaRPr>
          </a:p>
        </p:txBody>
      </p:sp>
      <p:sp>
        <p:nvSpPr>
          <p:cNvPr id="17" name="TextBox 16">
            <a:extLst>
              <a:ext uri="{FF2B5EF4-FFF2-40B4-BE49-F238E27FC236}">
                <a16:creationId xmlns:a16="http://schemas.microsoft.com/office/drawing/2014/main" id="{D14030C7-EB37-BD64-B164-3232BCEEF4FD}"/>
              </a:ext>
            </a:extLst>
          </p:cNvPr>
          <p:cNvSpPr txBox="1"/>
          <p:nvPr/>
        </p:nvSpPr>
        <p:spPr>
          <a:xfrm>
            <a:off x="5924075" y="3520049"/>
            <a:ext cx="228600" cy="369332"/>
          </a:xfrm>
          <a:prstGeom prst="rect">
            <a:avLst/>
          </a:prstGeom>
          <a:noFill/>
        </p:spPr>
        <p:txBody>
          <a:bodyPr wrap="square" rtlCol="0">
            <a:spAutoFit/>
          </a:bodyPr>
          <a:lstStyle/>
          <a:p>
            <a:r>
              <a:rPr lang="en-IN" dirty="0">
                <a:solidFill>
                  <a:schemeClr val="bg1"/>
                </a:solidFill>
              </a:rPr>
              <a:t>1</a:t>
            </a:r>
          </a:p>
        </p:txBody>
      </p:sp>
      <p:sp>
        <p:nvSpPr>
          <p:cNvPr id="21" name="TextBox 20">
            <a:extLst>
              <a:ext uri="{FF2B5EF4-FFF2-40B4-BE49-F238E27FC236}">
                <a16:creationId xmlns:a16="http://schemas.microsoft.com/office/drawing/2014/main" id="{B4A55A68-6933-BD75-4C2C-3C02A23DC940}"/>
              </a:ext>
            </a:extLst>
          </p:cNvPr>
          <p:cNvSpPr txBox="1"/>
          <p:nvPr/>
        </p:nvSpPr>
        <p:spPr>
          <a:xfrm>
            <a:off x="6059176" y="3520049"/>
            <a:ext cx="228600" cy="369332"/>
          </a:xfrm>
          <a:prstGeom prst="rect">
            <a:avLst/>
          </a:prstGeom>
          <a:noFill/>
        </p:spPr>
        <p:txBody>
          <a:bodyPr wrap="square" rtlCol="0">
            <a:spAutoFit/>
          </a:bodyPr>
          <a:lstStyle/>
          <a:p>
            <a:r>
              <a:rPr lang="en-IN" dirty="0">
                <a:solidFill>
                  <a:schemeClr val="bg1"/>
                </a:solidFill>
              </a:rPr>
              <a:t>1</a:t>
            </a:r>
          </a:p>
        </p:txBody>
      </p:sp>
      <p:pic>
        <p:nvPicPr>
          <p:cNvPr id="7" name="Picture 6">
            <a:extLst>
              <a:ext uri="{FF2B5EF4-FFF2-40B4-BE49-F238E27FC236}">
                <a16:creationId xmlns:a16="http://schemas.microsoft.com/office/drawing/2014/main" id="{3271A8B7-3B8E-6964-70CC-E2D1D149A128}"/>
              </a:ext>
            </a:extLst>
          </p:cNvPr>
          <p:cNvPicPr>
            <a:picLocks noChangeAspect="1"/>
          </p:cNvPicPr>
          <p:nvPr/>
        </p:nvPicPr>
        <p:blipFill>
          <a:blip r:embed="rId6"/>
          <a:stretch>
            <a:fillRect/>
          </a:stretch>
        </p:blipFill>
        <p:spPr>
          <a:xfrm>
            <a:off x="492857" y="1564122"/>
            <a:ext cx="5328000" cy="4650517"/>
          </a:xfrm>
          <a:prstGeom prst="rect">
            <a:avLst/>
          </a:prstGeom>
        </p:spPr>
      </p:pic>
      <p:pic>
        <p:nvPicPr>
          <p:cNvPr id="10" name="Picture 9">
            <a:extLst>
              <a:ext uri="{FF2B5EF4-FFF2-40B4-BE49-F238E27FC236}">
                <a16:creationId xmlns:a16="http://schemas.microsoft.com/office/drawing/2014/main" id="{FB3FFCAA-D391-9352-C8D6-C480C5E6C10B}"/>
              </a:ext>
            </a:extLst>
          </p:cNvPr>
          <p:cNvPicPr>
            <a:picLocks noChangeAspect="1"/>
          </p:cNvPicPr>
          <p:nvPr/>
        </p:nvPicPr>
        <p:blipFill>
          <a:blip r:embed="rId7"/>
          <a:stretch>
            <a:fillRect/>
          </a:stretch>
        </p:blipFill>
        <p:spPr>
          <a:xfrm>
            <a:off x="6403026" y="1564122"/>
            <a:ext cx="5454203" cy="3286658"/>
          </a:xfrm>
          <a:prstGeom prst="rect">
            <a:avLst/>
          </a:prstGeom>
        </p:spPr>
      </p:pic>
    </p:spTree>
    <p:extLst>
      <p:ext uri="{BB962C8B-B14F-4D97-AF65-F5344CB8AC3E}">
        <p14:creationId xmlns:p14="http://schemas.microsoft.com/office/powerpoint/2010/main" val="3373173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B091A-4DD0-698F-8ECC-7FF6B2BA2FF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006FAAF-32C6-0537-7E7B-CA369F6FA087}"/>
              </a:ext>
            </a:extLst>
          </p:cNvPr>
          <p:cNvSpPr txBox="1">
            <a:spLocks noGrp="1"/>
          </p:cNvSpPr>
          <p:nvPr>
            <p:ph type="body" sz="quarter" idx="10"/>
          </p:nvPr>
        </p:nvSpPr>
        <p:spPr>
          <a:xfrm>
            <a:off x="502787" y="3884631"/>
            <a:ext cx="6979681" cy="828329"/>
          </a:xfrm>
        </p:spPr>
        <p:txBody>
          <a:bodyPr vert="horz" lIns="0" tIns="12065" rIns="0" bIns="0" rtlCol="0">
            <a:noAutofit/>
          </a:bodyPr>
          <a:lstStyle/>
          <a:p>
            <a:pPr marL="12700">
              <a:spcBef>
                <a:spcPts val="95"/>
              </a:spcBef>
            </a:pPr>
            <a:r>
              <a:rPr lang="en-US" dirty="0"/>
              <a:t>B. Modules</a:t>
            </a:r>
          </a:p>
        </p:txBody>
      </p:sp>
    </p:spTree>
    <p:extLst>
      <p:ext uri="{BB962C8B-B14F-4D97-AF65-F5344CB8AC3E}">
        <p14:creationId xmlns:p14="http://schemas.microsoft.com/office/powerpoint/2010/main" val="3905564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88A55F-2CBF-D7DC-9DFE-04D1FCFC3B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56" y="1069833"/>
            <a:ext cx="11790481" cy="5319091"/>
          </a:xfrm>
          <a:prstGeom prst="rect">
            <a:avLst/>
          </a:prstGeom>
        </p:spPr>
      </p:pic>
      <p:sp>
        <p:nvSpPr>
          <p:cNvPr id="4" name="Text Placeholder 3">
            <a:extLst>
              <a:ext uri="{FF2B5EF4-FFF2-40B4-BE49-F238E27FC236}">
                <a16:creationId xmlns:a16="http://schemas.microsoft.com/office/drawing/2014/main" id="{AFC8BF81-8273-A331-4265-9662AA73EFDA}"/>
              </a:ext>
            </a:extLst>
          </p:cNvPr>
          <p:cNvSpPr txBox="1">
            <a:spLocks/>
          </p:cNvSpPr>
          <p:nvPr/>
        </p:nvSpPr>
        <p:spPr>
          <a:xfrm>
            <a:off x="567773" y="599704"/>
            <a:ext cx="11252200" cy="605975"/>
          </a:xfrm>
          <a:prstGeom prst="rect">
            <a:avLst/>
          </a:prstGeom>
        </p:spPr>
        <p:txBody>
          <a:bodyPr/>
          <a:lstStyle>
            <a:lvl1pPr marL="0" indent="0" algn="l" defTabSz="342991" rtl="0" eaLnBrk="1" latinLnBrk="0" hangingPunct="1">
              <a:spcBef>
                <a:spcPct val="20000"/>
              </a:spcBef>
              <a:buFont typeface="Arial" panose="020B0604020202020204" pitchFamily="34" charset="0"/>
              <a:buNone/>
              <a:defRPr sz="1400" kern="1200">
                <a:solidFill>
                  <a:schemeClr val="tx2">
                    <a:lumMod val="75000"/>
                  </a:schemeClr>
                </a:solidFill>
                <a:latin typeface="+mj-lt"/>
                <a:ea typeface="Proxima Nova" charset="0"/>
                <a:cs typeface="Proxima Nova" charset="0"/>
              </a:defRPr>
            </a:lvl1pPr>
            <a:lvl2pPr marL="685891" indent="-342900" algn="l" defTabSz="342991" rtl="0" eaLnBrk="1" latinLnBrk="0" hangingPunct="1">
              <a:spcBef>
                <a:spcPct val="20000"/>
              </a:spcBef>
              <a:buFont typeface="Courier New" panose="02070309020205020404" pitchFamily="49" charset="0"/>
              <a:buChar char="o"/>
              <a:defRPr sz="1400" kern="1200">
                <a:solidFill>
                  <a:schemeClr val="tx2">
                    <a:lumMod val="75000"/>
                  </a:schemeClr>
                </a:solidFill>
                <a:latin typeface="Proxima Nova" charset="0"/>
                <a:ea typeface="Proxima Nova" charset="0"/>
                <a:cs typeface="Proxima Nova" charset="0"/>
              </a:defRPr>
            </a:lvl2pPr>
            <a:lvl3pPr marL="971733" indent="-285750" algn="l" defTabSz="342991" rtl="0" eaLnBrk="1" latinLnBrk="0" hangingPunct="1">
              <a:spcBef>
                <a:spcPct val="20000"/>
              </a:spcBef>
              <a:buFontTx/>
              <a:buChar char="–"/>
              <a:defRPr sz="1400" kern="1200">
                <a:solidFill>
                  <a:schemeClr val="tx2">
                    <a:lumMod val="75000"/>
                  </a:schemeClr>
                </a:solidFill>
                <a:latin typeface="Proxima Nova" charset="0"/>
                <a:ea typeface="Proxima Nova" charset="0"/>
                <a:cs typeface="Proxima Nova" charset="0"/>
              </a:defRPr>
            </a:lvl3pPr>
            <a:lvl4pPr marL="1314724"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4pPr>
            <a:lvl5pPr marL="1657716"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a:lstStyle>
          <a:p>
            <a:pPr marL="12700">
              <a:spcBef>
                <a:spcPts val="95"/>
              </a:spcBef>
            </a:pPr>
            <a:r>
              <a:rPr lang="en-US" sz="2800" b="1" dirty="0"/>
              <a:t>Modules</a:t>
            </a:r>
          </a:p>
        </p:txBody>
      </p:sp>
    </p:spTree>
    <p:extLst>
      <p:ext uri="{BB962C8B-B14F-4D97-AF65-F5344CB8AC3E}">
        <p14:creationId xmlns:p14="http://schemas.microsoft.com/office/powerpoint/2010/main" val="73443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BD361-E67F-0697-D0B7-7108B07E053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BA6DA76-CF86-BD4B-C119-949481D841FD}"/>
              </a:ext>
            </a:extLst>
          </p:cNvPr>
          <p:cNvSpPr txBox="1">
            <a:spLocks noGrp="1"/>
          </p:cNvSpPr>
          <p:nvPr>
            <p:ph type="body" sz="quarter" idx="10"/>
          </p:nvPr>
        </p:nvSpPr>
        <p:spPr>
          <a:xfrm>
            <a:off x="502787" y="3884631"/>
            <a:ext cx="8166200" cy="828329"/>
          </a:xfrm>
        </p:spPr>
        <p:txBody>
          <a:bodyPr vert="horz" lIns="0" tIns="12065" rIns="0" bIns="0" rtlCol="0">
            <a:noAutofit/>
          </a:bodyPr>
          <a:lstStyle/>
          <a:p>
            <a:pPr marL="12700">
              <a:spcBef>
                <a:spcPts val="95"/>
              </a:spcBef>
            </a:pPr>
            <a:r>
              <a:rPr lang="en-US" dirty="0"/>
              <a:t>Module 1 - User Management and Role Based Access Control</a:t>
            </a:r>
          </a:p>
        </p:txBody>
      </p:sp>
    </p:spTree>
    <p:extLst>
      <p:ext uri="{BB962C8B-B14F-4D97-AF65-F5344CB8AC3E}">
        <p14:creationId xmlns:p14="http://schemas.microsoft.com/office/powerpoint/2010/main" val="33980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FD13A-60DF-A669-D83F-0CB82048539E}"/>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DDB67104-D1CA-FA28-C1C9-7F6997E50C25}"/>
              </a:ext>
            </a:extLst>
          </p:cNvPr>
          <p:cNvSpPr>
            <a:spLocks noGrp="1"/>
          </p:cNvSpPr>
          <p:nvPr>
            <p:ph type="body" sz="quarter" idx="13"/>
          </p:nvPr>
        </p:nvSpPr>
        <p:spPr>
          <a:xfrm>
            <a:off x="370390" y="287573"/>
            <a:ext cx="11252200" cy="757255"/>
          </a:xfrm>
        </p:spPr>
        <p:txBody>
          <a:bodyPr/>
          <a:lstStyle/>
          <a:p>
            <a:r>
              <a:rPr lang="en-US" sz="2800" b="1" dirty="0"/>
              <a:t>1.1 User Management and Role Based Access Control</a:t>
            </a:r>
          </a:p>
        </p:txBody>
      </p:sp>
      <p:pic>
        <p:nvPicPr>
          <p:cNvPr id="4" name="Picture 3">
            <a:extLst>
              <a:ext uri="{FF2B5EF4-FFF2-40B4-BE49-F238E27FC236}">
                <a16:creationId xmlns:a16="http://schemas.microsoft.com/office/drawing/2014/main" id="{B9136F29-DE6F-EE03-F0E6-3DC59C65DD60}"/>
              </a:ext>
            </a:extLst>
          </p:cNvPr>
          <p:cNvPicPr>
            <a:picLocks noChangeAspect="1"/>
          </p:cNvPicPr>
          <p:nvPr/>
        </p:nvPicPr>
        <p:blipFill>
          <a:blip r:embed="rId2"/>
          <a:stretch>
            <a:fillRect/>
          </a:stretch>
        </p:blipFill>
        <p:spPr>
          <a:xfrm>
            <a:off x="755443" y="867656"/>
            <a:ext cx="10482093" cy="5702771"/>
          </a:xfrm>
          <a:prstGeom prst="rect">
            <a:avLst/>
          </a:prstGeom>
          <a:ln>
            <a:solidFill>
              <a:schemeClr val="bg1"/>
            </a:solidFill>
          </a:ln>
        </p:spPr>
      </p:pic>
    </p:spTree>
    <p:extLst>
      <p:ext uri="{BB962C8B-B14F-4D97-AF65-F5344CB8AC3E}">
        <p14:creationId xmlns:p14="http://schemas.microsoft.com/office/powerpoint/2010/main" val="4038949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3FC5C-5C08-2327-1221-2E23A0BD8EA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F4D2733-22C9-B6DF-3E2F-44F4D84B8769}"/>
              </a:ext>
            </a:extLst>
          </p:cNvPr>
          <p:cNvSpPr txBox="1">
            <a:spLocks noGrp="1"/>
          </p:cNvSpPr>
          <p:nvPr>
            <p:ph type="body" sz="quarter" idx="10"/>
          </p:nvPr>
        </p:nvSpPr>
        <p:spPr>
          <a:xfrm>
            <a:off x="502787" y="3884631"/>
            <a:ext cx="8819343" cy="828329"/>
          </a:xfrm>
        </p:spPr>
        <p:txBody>
          <a:bodyPr vert="horz" lIns="0" tIns="12065" rIns="0" bIns="0" rtlCol="0">
            <a:noAutofit/>
          </a:bodyPr>
          <a:lstStyle/>
          <a:p>
            <a:pPr marL="12700">
              <a:spcBef>
                <a:spcPts val="95"/>
              </a:spcBef>
            </a:pPr>
            <a:r>
              <a:rPr lang="en-US" dirty="0"/>
              <a:t>Module 2 - Committee, Sub-Committee &amp; Meeting Management</a:t>
            </a:r>
            <a:r>
              <a:rPr lang="en-IN" b="0" dirty="0"/>
              <a:t>​</a:t>
            </a:r>
            <a:endParaRPr lang="en-US" dirty="0"/>
          </a:p>
        </p:txBody>
      </p:sp>
    </p:spTree>
    <p:extLst>
      <p:ext uri="{BB962C8B-B14F-4D97-AF65-F5344CB8AC3E}">
        <p14:creationId xmlns:p14="http://schemas.microsoft.com/office/powerpoint/2010/main" val="1814983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8B9FC0-5ABE-C6FF-EC57-8B678DFD0476}"/>
              </a:ext>
            </a:extLst>
          </p:cNvPr>
          <p:cNvPicPr>
            <a:picLocks noChangeAspect="1"/>
          </p:cNvPicPr>
          <p:nvPr/>
        </p:nvPicPr>
        <p:blipFill>
          <a:blip r:embed="rId2"/>
          <a:srcRect r="-1" b="8461"/>
          <a:stretch>
            <a:fillRect/>
          </a:stretch>
        </p:blipFill>
        <p:spPr>
          <a:xfrm>
            <a:off x="390731" y="944315"/>
            <a:ext cx="11252199" cy="5164882"/>
          </a:xfrm>
          <a:prstGeom prst="rect">
            <a:avLst/>
          </a:prstGeom>
          <a:noFill/>
        </p:spPr>
      </p:pic>
      <p:sp>
        <p:nvSpPr>
          <p:cNvPr id="9" name="Text Placeholder 3">
            <a:extLst>
              <a:ext uri="{FF2B5EF4-FFF2-40B4-BE49-F238E27FC236}">
                <a16:creationId xmlns:a16="http://schemas.microsoft.com/office/drawing/2014/main" id="{36268477-20C2-3E2F-5B96-5F86FC5583F1}"/>
              </a:ext>
            </a:extLst>
          </p:cNvPr>
          <p:cNvSpPr>
            <a:spLocks noGrp="1"/>
          </p:cNvSpPr>
          <p:nvPr>
            <p:ph type="body" sz="quarter" idx="13"/>
          </p:nvPr>
        </p:nvSpPr>
        <p:spPr>
          <a:xfrm>
            <a:off x="469900" y="445513"/>
            <a:ext cx="11252200" cy="605975"/>
          </a:xfrm>
        </p:spPr>
        <p:txBody>
          <a:bodyPr/>
          <a:lstStyle/>
          <a:p>
            <a:r>
              <a:rPr lang="en-US" sz="2800" b="1" dirty="0"/>
              <a:t>2.1. Annual Committee Constitution Workflow</a:t>
            </a:r>
          </a:p>
        </p:txBody>
      </p:sp>
      <p:pic>
        <p:nvPicPr>
          <p:cNvPr id="3" name="Picture 2">
            <a:extLst>
              <a:ext uri="{FF2B5EF4-FFF2-40B4-BE49-F238E27FC236}">
                <a16:creationId xmlns:a16="http://schemas.microsoft.com/office/drawing/2014/main" id="{08711ED1-B366-3DFE-F68F-50A6C73B368E}"/>
              </a:ext>
            </a:extLst>
          </p:cNvPr>
          <p:cNvPicPr>
            <a:picLocks noChangeAspect="1"/>
          </p:cNvPicPr>
          <p:nvPr/>
        </p:nvPicPr>
        <p:blipFill>
          <a:blip r:embed="rId3"/>
          <a:stretch>
            <a:fillRect/>
          </a:stretch>
        </p:blipFill>
        <p:spPr>
          <a:xfrm>
            <a:off x="9882307" y="6031449"/>
            <a:ext cx="1760623" cy="635738"/>
          </a:xfrm>
          <a:prstGeom prst="rect">
            <a:avLst/>
          </a:prstGeom>
        </p:spPr>
      </p:pic>
    </p:spTree>
    <p:extLst>
      <p:ext uri="{BB962C8B-B14F-4D97-AF65-F5344CB8AC3E}">
        <p14:creationId xmlns:p14="http://schemas.microsoft.com/office/powerpoint/2010/main" val="1875208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DE591D5-B5F7-A551-FE71-9BE292C7EC94}"/>
              </a:ext>
            </a:extLst>
          </p:cNvPr>
          <p:cNvPicPr>
            <a:picLocks noChangeAspect="1"/>
          </p:cNvPicPr>
          <p:nvPr/>
        </p:nvPicPr>
        <p:blipFill>
          <a:blip r:embed="rId2"/>
          <a:stretch>
            <a:fillRect/>
          </a:stretch>
        </p:blipFill>
        <p:spPr>
          <a:xfrm>
            <a:off x="3063834" y="789417"/>
            <a:ext cx="5617027" cy="5961705"/>
          </a:xfrm>
          <a:prstGeom prst="rect">
            <a:avLst/>
          </a:prstGeom>
        </p:spPr>
      </p:pic>
      <p:sp>
        <p:nvSpPr>
          <p:cNvPr id="3" name="Text Placeholder 3">
            <a:extLst>
              <a:ext uri="{FF2B5EF4-FFF2-40B4-BE49-F238E27FC236}">
                <a16:creationId xmlns:a16="http://schemas.microsoft.com/office/drawing/2014/main" id="{41EB2858-6639-0077-EE0B-9C6F26AA2649}"/>
              </a:ext>
            </a:extLst>
          </p:cNvPr>
          <p:cNvSpPr txBox="1">
            <a:spLocks/>
          </p:cNvSpPr>
          <p:nvPr/>
        </p:nvSpPr>
        <p:spPr>
          <a:xfrm>
            <a:off x="469900" y="290320"/>
            <a:ext cx="11252200" cy="605975"/>
          </a:xfrm>
          <a:prstGeom prst="rect">
            <a:avLst/>
          </a:prstGeom>
        </p:spPr>
        <p:txBody>
          <a:bodyPr/>
          <a:lstStyle>
            <a:lvl1pPr marL="0" indent="0" algn="l" defTabSz="342991" rtl="0" eaLnBrk="1" latinLnBrk="0" hangingPunct="1">
              <a:spcBef>
                <a:spcPct val="20000"/>
              </a:spcBef>
              <a:buFont typeface="Arial" panose="020B0604020202020204" pitchFamily="34" charset="0"/>
              <a:buNone/>
              <a:defRPr sz="1400" kern="1200">
                <a:solidFill>
                  <a:schemeClr val="tx2">
                    <a:lumMod val="75000"/>
                  </a:schemeClr>
                </a:solidFill>
                <a:latin typeface="+mj-lt"/>
                <a:ea typeface="Proxima Nova" charset="0"/>
                <a:cs typeface="Proxima Nova" charset="0"/>
              </a:defRPr>
            </a:lvl1pPr>
            <a:lvl2pPr marL="685891" indent="-342900" algn="l" defTabSz="342991" rtl="0" eaLnBrk="1" latinLnBrk="0" hangingPunct="1">
              <a:spcBef>
                <a:spcPct val="20000"/>
              </a:spcBef>
              <a:buFont typeface="Courier New" panose="02070309020205020404" pitchFamily="49" charset="0"/>
              <a:buChar char="o"/>
              <a:defRPr sz="1400" kern="1200">
                <a:solidFill>
                  <a:schemeClr val="tx2">
                    <a:lumMod val="75000"/>
                  </a:schemeClr>
                </a:solidFill>
                <a:latin typeface="Proxima Nova" charset="0"/>
                <a:ea typeface="Proxima Nova" charset="0"/>
                <a:cs typeface="Proxima Nova" charset="0"/>
              </a:defRPr>
            </a:lvl2pPr>
            <a:lvl3pPr marL="971733" indent="-285750" algn="l" defTabSz="342991" rtl="0" eaLnBrk="1" latinLnBrk="0" hangingPunct="1">
              <a:spcBef>
                <a:spcPct val="20000"/>
              </a:spcBef>
              <a:buFontTx/>
              <a:buChar char="–"/>
              <a:defRPr sz="1400" kern="1200">
                <a:solidFill>
                  <a:schemeClr val="tx2">
                    <a:lumMod val="75000"/>
                  </a:schemeClr>
                </a:solidFill>
                <a:latin typeface="Proxima Nova" charset="0"/>
                <a:ea typeface="Proxima Nova" charset="0"/>
                <a:cs typeface="Proxima Nova" charset="0"/>
              </a:defRPr>
            </a:lvl3pPr>
            <a:lvl4pPr marL="1314724"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4pPr>
            <a:lvl5pPr marL="1657716"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a:lstStyle>
          <a:p>
            <a:r>
              <a:rPr lang="en-US" sz="2800" b="1" dirty="0"/>
              <a:t>2.2. Meeting Creation Workflow</a:t>
            </a:r>
          </a:p>
        </p:txBody>
      </p:sp>
    </p:spTree>
    <p:extLst>
      <p:ext uri="{BB962C8B-B14F-4D97-AF65-F5344CB8AC3E}">
        <p14:creationId xmlns:p14="http://schemas.microsoft.com/office/powerpoint/2010/main" val="3874872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F136BE-3244-06D8-9114-FBC4A80FFAF4}"/>
              </a:ext>
            </a:extLst>
          </p:cNvPr>
          <p:cNvPicPr>
            <a:picLocks noChangeAspect="1"/>
          </p:cNvPicPr>
          <p:nvPr/>
        </p:nvPicPr>
        <p:blipFill>
          <a:blip r:embed="rId2"/>
          <a:stretch>
            <a:fillRect/>
          </a:stretch>
        </p:blipFill>
        <p:spPr>
          <a:xfrm>
            <a:off x="1354627" y="849607"/>
            <a:ext cx="9273788" cy="5712606"/>
          </a:xfrm>
          <a:prstGeom prst="rect">
            <a:avLst/>
          </a:prstGeom>
        </p:spPr>
      </p:pic>
      <p:sp>
        <p:nvSpPr>
          <p:cNvPr id="4" name="Text Placeholder 3">
            <a:extLst>
              <a:ext uri="{FF2B5EF4-FFF2-40B4-BE49-F238E27FC236}">
                <a16:creationId xmlns:a16="http://schemas.microsoft.com/office/drawing/2014/main" id="{74CE44D9-0D1C-FD9E-534F-832B8715A36D}"/>
              </a:ext>
            </a:extLst>
          </p:cNvPr>
          <p:cNvSpPr txBox="1">
            <a:spLocks/>
          </p:cNvSpPr>
          <p:nvPr/>
        </p:nvSpPr>
        <p:spPr>
          <a:xfrm>
            <a:off x="469900" y="243632"/>
            <a:ext cx="11252200" cy="605975"/>
          </a:xfrm>
          <a:prstGeom prst="rect">
            <a:avLst/>
          </a:prstGeom>
        </p:spPr>
        <p:txBody>
          <a:bodyPr/>
          <a:lstStyle>
            <a:lvl1pPr marL="0" indent="0" algn="l" defTabSz="342991" rtl="0" eaLnBrk="1" latinLnBrk="0" hangingPunct="1">
              <a:spcBef>
                <a:spcPct val="20000"/>
              </a:spcBef>
              <a:buFont typeface="Arial" panose="020B0604020202020204" pitchFamily="34" charset="0"/>
              <a:buNone/>
              <a:defRPr sz="1400" kern="1200">
                <a:solidFill>
                  <a:schemeClr val="tx2">
                    <a:lumMod val="75000"/>
                  </a:schemeClr>
                </a:solidFill>
                <a:latin typeface="+mj-lt"/>
                <a:ea typeface="Proxima Nova" charset="0"/>
                <a:cs typeface="Proxima Nova" charset="0"/>
              </a:defRPr>
            </a:lvl1pPr>
            <a:lvl2pPr marL="685891" indent="-342900" algn="l" defTabSz="342991" rtl="0" eaLnBrk="1" latinLnBrk="0" hangingPunct="1">
              <a:spcBef>
                <a:spcPct val="20000"/>
              </a:spcBef>
              <a:buFont typeface="Courier New" panose="02070309020205020404" pitchFamily="49" charset="0"/>
              <a:buChar char="o"/>
              <a:defRPr sz="1400" kern="1200">
                <a:solidFill>
                  <a:schemeClr val="tx2">
                    <a:lumMod val="75000"/>
                  </a:schemeClr>
                </a:solidFill>
                <a:latin typeface="Proxima Nova" charset="0"/>
                <a:ea typeface="Proxima Nova" charset="0"/>
                <a:cs typeface="Proxima Nova" charset="0"/>
              </a:defRPr>
            </a:lvl2pPr>
            <a:lvl3pPr marL="971733" indent="-285750" algn="l" defTabSz="342991" rtl="0" eaLnBrk="1" latinLnBrk="0" hangingPunct="1">
              <a:spcBef>
                <a:spcPct val="20000"/>
              </a:spcBef>
              <a:buFontTx/>
              <a:buChar char="–"/>
              <a:defRPr sz="1400" kern="1200">
                <a:solidFill>
                  <a:schemeClr val="tx2">
                    <a:lumMod val="75000"/>
                  </a:schemeClr>
                </a:solidFill>
                <a:latin typeface="Proxima Nova" charset="0"/>
                <a:ea typeface="Proxima Nova" charset="0"/>
                <a:cs typeface="Proxima Nova" charset="0"/>
              </a:defRPr>
            </a:lvl3pPr>
            <a:lvl4pPr marL="1314724"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4pPr>
            <a:lvl5pPr marL="1657716"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a:lstStyle>
          <a:p>
            <a:pPr marL="12700">
              <a:spcBef>
                <a:spcPts val="95"/>
              </a:spcBef>
            </a:pPr>
            <a:r>
              <a:rPr lang="en-US" sz="2800" b="1" dirty="0"/>
              <a:t>2.3. Meeting Execution Workflow</a:t>
            </a:r>
          </a:p>
        </p:txBody>
      </p:sp>
    </p:spTree>
    <p:extLst>
      <p:ext uri="{BB962C8B-B14F-4D97-AF65-F5344CB8AC3E}">
        <p14:creationId xmlns:p14="http://schemas.microsoft.com/office/powerpoint/2010/main" val="2607983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B5F3A-6A99-6AF0-F877-F8C9B7EC082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5918D70-2F5F-EE5A-027A-56414F909EDF}"/>
              </a:ext>
            </a:extLst>
          </p:cNvPr>
          <p:cNvSpPr txBox="1">
            <a:spLocks noGrp="1"/>
          </p:cNvSpPr>
          <p:nvPr>
            <p:ph type="body" sz="quarter" idx="10"/>
          </p:nvPr>
        </p:nvSpPr>
        <p:spPr>
          <a:xfrm>
            <a:off x="502787" y="3884631"/>
            <a:ext cx="9134508" cy="828329"/>
          </a:xfrm>
        </p:spPr>
        <p:txBody>
          <a:bodyPr vert="horz" lIns="0" tIns="12065" rIns="0" bIns="0" rtlCol="0">
            <a:noAutofit/>
          </a:bodyPr>
          <a:lstStyle/>
          <a:p>
            <a:pPr marL="12700">
              <a:spcBef>
                <a:spcPts val="95"/>
              </a:spcBef>
            </a:pPr>
            <a:r>
              <a:rPr lang="en-US" dirty="0"/>
              <a:t>Module 3 - Agenda, Group &amp; Correspondence Group Management</a:t>
            </a:r>
            <a:r>
              <a:rPr lang="en-IN" b="0" dirty="0"/>
              <a:t>​</a:t>
            </a:r>
            <a:endParaRPr lang="en-US" dirty="0"/>
          </a:p>
        </p:txBody>
      </p:sp>
    </p:spTree>
    <p:extLst>
      <p:ext uri="{BB962C8B-B14F-4D97-AF65-F5344CB8AC3E}">
        <p14:creationId xmlns:p14="http://schemas.microsoft.com/office/powerpoint/2010/main" val="1356798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E29D3-D100-0C0F-2B33-F5E095DD012F}"/>
            </a:ext>
          </a:extLst>
        </p:cNvPr>
        <p:cNvGrpSpPr/>
        <p:nvPr/>
      </p:nvGrpSpPr>
      <p:grpSpPr>
        <a:xfrm>
          <a:off x="0" y="0"/>
          <a:ext cx="0" cy="0"/>
          <a:chOff x="0" y="0"/>
          <a:chExt cx="0" cy="0"/>
        </a:xfrm>
      </p:grpSpPr>
      <p:sp>
        <p:nvSpPr>
          <p:cNvPr id="3" name="Text Placeholder 3">
            <a:extLst>
              <a:ext uri="{FF2B5EF4-FFF2-40B4-BE49-F238E27FC236}">
                <a16:creationId xmlns:a16="http://schemas.microsoft.com/office/drawing/2014/main" id="{A2BF8BF0-F238-6C25-BB42-8D0BCC4406A6}"/>
              </a:ext>
            </a:extLst>
          </p:cNvPr>
          <p:cNvSpPr txBox="1">
            <a:spLocks/>
          </p:cNvSpPr>
          <p:nvPr/>
        </p:nvSpPr>
        <p:spPr>
          <a:xfrm>
            <a:off x="469900" y="445513"/>
            <a:ext cx="11252200" cy="605975"/>
          </a:xfrm>
          <a:prstGeom prst="rect">
            <a:avLst/>
          </a:prstGeom>
        </p:spPr>
        <p:txBody>
          <a:bodyPr/>
          <a:lstStyle>
            <a:lvl1pPr marL="0" indent="0" algn="l" defTabSz="342991" rtl="0" eaLnBrk="1" latinLnBrk="0" hangingPunct="1">
              <a:spcBef>
                <a:spcPct val="20000"/>
              </a:spcBef>
              <a:buFont typeface="Arial" panose="020B0604020202020204" pitchFamily="34" charset="0"/>
              <a:buNone/>
              <a:defRPr sz="1400" kern="1200">
                <a:solidFill>
                  <a:schemeClr val="tx2">
                    <a:lumMod val="75000"/>
                  </a:schemeClr>
                </a:solidFill>
                <a:latin typeface="+mj-lt"/>
                <a:ea typeface="Proxima Nova" charset="0"/>
                <a:cs typeface="Proxima Nova" charset="0"/>
              </a:defRPr>
            </a:lvl1pPr>
            <a:lvl2pPr marL="685891" indent="-342900" algn="l" defTabSz="342991" rtl="0" eaLnBrk="1" latinLnBrk="0" hangingPunct="1">
              <a:spcBef>
                <a:spcPct val="20000"/>
              </a:spcBef>
              <a:buFont typeface="Courier New" panose="02070309020205020404" pitchFamily="49" charset="0"/>
              <a:buChar char="o"/>
              <a:defRPr sz="1400" kern="1200">
                <a:solidFill>
                  <a:schemeClr val="tx2">
                    <a:lumMod val="75000"/>
                  </a:schemeClr>
                </a:solidFill>
                <a:latin typeface="Proxima Nova" charset="0"/>
                <a:ea typeface="Proxima Nova" charset="0"/>
                <a:cs typeface="Proxima Nova" charset="0"/>
              </a:defRPr>
            </a:lvl2pPr>
            <a:lvl3pPr marL="971733" indent="-285750" algn="l" defTabSz="342991" rtl="0" eaLnBrk="1" latinLnBrk="0" hangingPunct="1">
              <a:spcBef>
                <a:spcPct val="20000"/>
              </a:spcBef>
              <a:buFontTx/>
              <a:buChar char="–"/>
              <a:defRPr sz="1400" kern="1200">
                <a:solidFill>
                  <a:schemeClr val="tx2">
                    <a:lumMod val="75000"/>
                  </a:schemeClr>
                </a:solidFill>
                <a:latin typeface="Proxima Nova" charset="0"/>
                <a:ea typeface="Proxima Nova" charset="0"/>
                <a:cs typeface="Proxima Nova" charset="0"/>
              </a:defRPr>
            </a:lvl3pPr>
            <a:lvl4pPr marL="1314724"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4pPr>
            <a:lvl5pPr marL="1657716"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a:lstStyle>
          <a:p>
            <a:r>
              <a:rPr lang="en-US" sz="2800" b="1" dirty="0"/>
              <a:t>3.1. Agenda Assignment Workflow</a:t>
            </a:r>
          </a:p>
        </p:txBody>
      </p:sp>
      <p:pic>
        <p:nvPicPr>
          <p:cNvPr id="9" name="Picture 8">
            <a:extLst>
              <a:ext uri="{FF2B5EF4-FFF2-40B4-BE49-F238E27FC236}">
                <a16:creationId xmlns:a16="http://schemas.microsoft.com/office/drawing/2014/main" id="{04097C7E-7B6D-1C1E-1D24-58BE37E926A2}"/>
              </a:ext>
            </a:extLst>
          </p:cNvPr>
          <p:cNvPicPr>
            <a:picLocks noChangeAspect="1"/>
          </p:cNvPicPr>
          <p:nvPr/>
        </p:nvPicPr>
        <p:blipFill>
          <a:blip r:embed="rId2"/>
          <a:stretch>
            <a:fillRect/>
          </a:stretch>
        </p:blipFill>
        <p:spPr>
          <a:xfrm>
            <a:off x="2052387" y="914900"/>
            <a:ext cx="7548814" cy="5743663"/>
          </a:xfrm>
          <a:prstGeom prst="rect">
            <a:avLst/>
          </a:prstGeom>
        </p:spPr>
      </p:pic>
    </p:spTree>
    <p:extLst>
      <p:ext uri="{BB962C8B-B14F-4D97-AF65-F5344CB8AC3E}">
        <p14:creationId xmlns:p14="http://schemas.microsoft.com/office/powerpoint/2010/main" val="486379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C4EA2-8811-1CB3-86D9-95C7CE115A7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C053B73-469F-35DE-7C03-7F81CC2ADD6B}"/>
              </a:ext>
            </a:extLst>
          </p:cNvPr>
          <p:cNvSpPr txBox="1">
            <a:spLocks noGrp="1"/>
          </p:cNvSpPr>
          <p:nvPr>
            <p:ph type="body" sz="quarter" idx="10"/>
          </p:nvPr>
        </p:nvSpPr>
        <p:spPr>
          <a:xfrm>
            <a:off x="502788" y="3884631"/>
            <a:ext cx="5464876" cy="828329"/>
          </a:xfrm>
        </p:spPr>
        <p:txBody>
          <a:bodyPr vert="horz" lIns="0" tIns="12065" rIns="0" bIns="0" rtlCol="0">
            <a:noAutofit/>
          </a:bodyPr>
          <a:lstStyle/>
          <a:p>
            <a:pPr marL="12700">
              <a:spcBef>
                <a:spcPts val="95"/>
              </a:spcBef>
            </a:pPr>
            <a:r>
              <a:rPr lang="en-US" dirty="0"/>
              <a:t>Module 4 - Task Management System</a:t>
            </a:r>
            <a:r>
              <a:rPr lang="en-IN" b="0" dirty="0"/>
              <a:t>​</a:t>
            </a:r>
            <a:endParaRPr lang="en-US" dirty="0"/>
          </a:p>
        </p:txBody>
      </p:sp>
    </p:spTree>
    <p:extLst>
      <p:ext uri="{BB962C8B-B14F-4D97-AF65-F5344CB8AC3E}">
        <p14:creationId xmlns:p14="http://schemas.microsoft.com/office/powerpoint/2010/main" val="3366876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E53550D-4665-CB41-B3A3-F4D3BB963289}"/>
              </a:ext>
            </a:extLst>
          </p:cNvPr>
          <p:cNvPicPr>
            <a:picLocks noChangeAspect="1"/>
          </p:cNvPicPr>
          <p:nvPr/>
        </p:nvPicPr>
        <p:blipFill>
          <a:blip r:embed="rId2"/>
          <a:stretch>
            <a:fillRect/>
          </a:stretch>
        </p:blipFill>
        <p:spPr>
          <a:xfrm>
            <a:off x="866275" y="1152525"/>
            <a:ext cx="10142620" cy="5380622"/>
          </a:xfrm>
          <a:prstGeom prst="rect">
            <a:avLst/>
          </a:prstGeom>
        </p:spPr>
      </p:pic>
      <p:sp>
        <p:nvSpPr>
          <p:cNvPr id="4" name="Text Placeholder 3">
            <a:extLst>
              <a:ext uri="{FF2B5EF4-FFF2-40B4-BE49-F238E27FC236}">
                <a16:creationId xmlns:a16="http://schemas.microsoft.com/office/drawing/2014/main" id="{8E6A646D-718B-DEA7-1875-9FE3A0420173}"/>
              </a:ext>
            </a:extLst>
          </p:cNvPr>
          <p:cNvSpPr txBox="1">
            <a:spLocks/>
          </p:cNvSpPr>
          <p:nvPr/>
        </p:nvSpPr>
        <p:spPr>
          <a:xfrm>
            <a:off x="469900" y="445513"/>
            <a:ext cx="11252200" cy="605975"/>
          </a:xfrm>
          <a:prstGeom prst="rect">
            <a:avLst/>
          </a:prstGeom>
        </p:spPr>
        <p:txBody>
          <a:bodyPr/>
          <a:lstStyle>
            <a:lvl1pPr marL="0" indent="0" algn="l" defTabSz="342991" rtl="0" eaLnBrk="1" latinLnBrk="0" hangingPunct="1">
              <a:spcBef>
                <a:spcPct val="20000"/>
              </a:spcBef>
              <a:buFont typeface="Arial" panose="020B0604020202020204" pitchFamily="34" charset="0"/>
              <a:buNone/>
              <a:defRPr sz="1400" kern="1200">
                <a:solidFill>
                  <a:schemeClr val="tx2">
                    <a:lumMod val="75000"/>
                  </a:schemeClr>
                </a:solidFill>
                <a:latin typeface="+mj-lt"/>
                <a:ea typeface="Proxima Nova" charset="0"/>
                <a:cs typeface="Proxima Nova" charset="0"/>
              </a:defRPr>
            </a:lvl1pPr>
            <a:lvl2pPr marL="685891" indent="-342900" algn="l" defTabSz="342991" rtl="0" eaLnBrk="1" latinLnBrk="0" hangingPunct="1">
              <a:spcBef>
                <a:spcPct val="20000"/>
              </a:spcBef>
              <a:buFont typeface="Courier New" panose="02070309020205020404" pitchFamily="49" charset="0"/>
              <a:buChar char="o"/>
              <a:defRPr sz="1400" kern="1200">
                <a:solidFill>
                  <a:schemeClr val="tx2">
                    <a:lumMod val="75000"/>
                  </a:schemeClr>
                </a:solidFill>
                <a:latin typeface="Proxima Nova" charset="0"/>
                <a:ea typeface="Proxima Nova" charset="0"/>
                <a:cs typeface="Proxima Nova" charset="0"/>
              </a:defRPr>
            </a:lvl2pPr>
            <a:lvl3pPr marL="971733" indent="-285750" algn="l" defTabSz="342991" rtl="0" eaLnBrk="1" latinLnBrk="0" hangingPunct="1">
              <a:spcBef>
                <a:spcPct val="20000"/>
              </a:spcBef>
              <a:buFontTx/>
              <a:buChar char="–"/>
              <a:defRPr sz="1400" kern="1200">
                <a:solidFill>
                  <a:schemeClr val="tx2">
                    <a:lumMod val="75000"/>
                  </a:schemeClr>
                </a:solidFill>
                <a:latin typeface="Proxima Nova" charset="0"/>
                <a:ea typeface="Proxima Nova" charset="0"/>
                <a:cs typeface="Proxima Nova" charset="0"/>
              </a:defRPr>
            </a:lvl3pPr>
            <a:lvl4pPr marL="1314724"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4pPr>
            <a:lvl5pPr marL="1657716"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a:lstStyle>
          <a:p>
            <a:r>
              <a:rPr lang="en-US" sz="2800" b="1" dirty="0"/>
              <a:t>4.1. Task Assignment Workflow</a:t>
            </a:r>
          </a:p>
        </p:txBody>
      </p:sp>
    </p:spTree>
    <p:extLst>
      <p:ext uri="{BB962C8B-B14F-4D97-AF65-F5344CB8AC3E}">
        <p14:creationId xmlns:p14="http://schemas.microsoft.com/office/powerpoint/2010/main" val="3153137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1EEEA-1B42-D073-53BE-1053D56A0B8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0D9D442-4497-1402-8511-1D06DB3DE68C}"/>
              </a:ext>
            </a:extLst>
          </p:cNvPr>
          <p:cNvSpPr txBox="1">
            <a:spLocks noGrp="1"/>
          </p:cNvSpPr>
          <p:nvPr>
            <p:ph type="body" sz="quarter" idx="10"/>
          </p:nvPr>
        </p:nvSpPr>
        <p:spPr>
          <a:xfrm>
            <a:off x="502787" y="3884631"/>
            <a:ext cx="6479903" cy="828329"/>
          </a:xfrm>
        </p:spPr>
        <p:txBody>
          <a:bodyPr vert="horz" lIns="0" tIns="12065" rIns="0" bIns="0" rtlCol="0">
            <a:noAutofit/>
          </a:bodyPr>
          <a:lstStyle/>
          <a:p>
            <a:pPr marL="12700">
              <a:spcBef>
                <a:spcPts val="95"/>
              </a:spcBef>
            </a:pPr>
            <a:r>
              <a:rPr lang="en-US" dirty="0"/>
              <a:t>Module 5 - Document Repository &amp; Paper Preparation</a:t>
            </a:r>
            <a:r>
              <a:rPr lang="en-IN" b="0" dirty="0"/>
              <a:t>​</a:t>
            </a:r>
            <a:endParaRPr lang="en-US" dirty="0"/>
          </a:p>
        </p:txBody>
      </p:sp>
    </p:spTree>
    <p:extLst>
      <p:ext uri="{BB962C8B-B14F-4D97-AF65-F5344CB8AC3E}">
        <p14:creationId xmlns:p14="http://schemas.microsoft.com/office/powerpoint/2010/main" val="728222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7B764A5-719D-1F15-6169-D29A4642FA94}"/>
              </a:ext>
            </a:extLst>
          </p:cNvPr>
          <p:cNvPicPr>
            <a:picLocks noChangeAspect="1"/>
          </p:cNvPicPr>
          <p:nvPr/>
        </p:nvPicPr>
        <p:blipFill>
          <a:blip r:embed="rId2"/>
          <a:stretch>
            <a:fillRect/>
          </a:stretch>
        </p:blipFill>
        <p:spPr>
          <a:xfrm>
            <a:off x="1369927" y="1051488"/>
            <a:ext cx="9452146" cy="5751094"/>
          </a:xfrm>
          <a:prstGeom prst="rect">
            <a:avLst/>
          </a:prstGeom>
        </p:spPr>
      </p:pic>
      <p:sp>
        <p:nvSpPr>
          <p:cNvPr id="4" name="Text Placeholder 3">
            <a:extLst>
              <a:ext uri="{FF2B5EF4-FFF2-40B4-BE49-F238E27FC236}">
                <a16:creationId xmlns:a16="http://schemas.microsoft.com/office/drawing/2014/main" id="{40E33D45-E525-BC90-CFB6-BE2073379E1E}"/>
              </a:ext>
            </a:extLst>
          </p:cNvPr>
          <p:cNvSpPr txBox="1">
            <a:spLocks/>
          </p:cNvSpPr>
          <p:nvPr/>
        </p:nvSpPr>
        <p:spPr>
          <a:xfrm>
            <a:off x="469900" y="445513"/>
            <a:ext cx="11252200" cy="605975"/>
          </a:xfrm>
          <a:prstGeom prst="rect">
            <a:avLst/>
          </a:prstGeom>
        </p:spPr>
        <p:txBody>
          <a:bodyPr/>
          <a:lstStyle>
            <a:lvl1pPr marL="0" indent="0" algn="l" defTabSz="342991" rtl="0" eaLnBrk="1" latinLnBrk="0" hangingPunct="1">
              <a:spcBef>
                <a:spcPct val="20000"/>
              </a:spcBef>
              <a:buFont typeface="Arial" panose="020B0604020202020204" pitchFamily="34" charset="0"/>
              <a:buNone/>
              <a:defRPr sz="1400" kern="1200">
                <a:solidFill>
                  <a:schemeClr val="tx2">
                    <a:lumMod val="75000"/>
                  </a:schemeClr>
                </a:solidFill>
                <a:latin typeface="+mj-lt"/>
                <a:ea typeface="Proxima Nova" charset="0"/>
                <a:cs typeface="Proxima Nova" charset="0"/>
              </a:defRPr>
            </a:lvl1pPr>
            <a:lvl2pPr marL="685891" indent="-342900" algn="l" defTabSz="342991" rtl="0" eaLnBrk="1" latinLnBrk="0" hangingPunct="1">
              <a:spcBef>
                <a:spcPct val="20000"/>
              </a:spcBef>
              <a:buFont typeface="Courier New" panose="02070309020205020404" pitchFamily="49" charset="0"/>
              <a:buChar char="o"/>
              <a:defRPr sz="1400" kern="1200">
                <a:solidFill>
                  <a:schemeClr val="tx2">
                    <a:lumMod val="75000"/>
                  </a:schemeClr>
                </a:solidFill>
                <a:latin typeface="Proxima Nova" charset="0"/>
                <a:ea typeface="Proxima Nova" charset="0"/>
                <a:cs typeface="Proxima Nova" charset="0"/>
              </a:defRPr>
            </a:lvl2pPr>
            <a:lvl3pPr marL="971733" indent="-285750" algn="l" defTabSz="342991" rtl="0" eaLnBrk="1" latinLnBrk="0" hangingPunct="1">
              <a:spcBef>
                <a:spcPct val="20000"/>
              </a:spcBef>
              <a:buFontTx/>
              <a:buChar char="–"/>
              <a:defRPr sz="1400" kern="1200">
                <a:solidFill>
                  <a:schemeClr val="tx2">
                    <a:lumMod val="75000"/>
                  </a:schemeClr>
                </a:solidFill>
                <a:latin typeface="Proxima Nova" charset="0"/>
                <a:ea typeface="Proxima Nova" charset="0"/>
                <a:cs typeface="Proxima Nova" charset="0"/>
              </a:defRPr>
            </a:lvl3pPr>
            <a:lvl4pPr marL="1314724"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4pPr>
            <a:lvl5pPr marL="1657716"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a:lstStyle>
          <a:p>
            <a:r>
              <a:rPr lang="en-US" sz="2800" b="1" dirty="0"/>
              <a:t>5.1. Document Preparation and Deliberation Workflow</a:t>
            </a:r>
          </a:p>
        </p:txBody>
      </p:sp>
    </p:spTree>
    <p:extLst>
      <p:ext uri="{BB962C8B-B14F-4D97-AF65-F5344CB8AC3E}">
        <p14:creationId xmlns:p14="http://schemas.microsoft.com/office/powerpoint/2010/main" val="3850483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63866-DF57-A537-AFE6-6AED6799153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89B71AA-5DA7-7617-AA6B-6FBEAFC4CDA1}"/>
              </a:ext>
            </a:extLst>
          </p:cNvPr>
          <p:cNvSpPr txBox="1">
            <a:spLocks noGrp="1"/>
          </p:cNvSpPr>
          <p:nvPr>
            <p:ph type="body" sz="quarter" idx="10"/>
          </p:nvPr>
        </p:nvSpPr>
        <p:spPr>
          <a:xfrm>
            <a:off x="502788" y="3884631"/>
            <a:ext cx="6006296" cy="828329"/>
          </a:xfrm>
        </p:spPr>
        <p:txBody>
          <a:bodyPr vert="horz" lIns="0" tIns="12065" rIns="0" bIns="0" rtlCol="0">
            <a:noAutofit/>
          </a:bodyPr>
          <a:lstStyle/>
          <a:p>
            <a:pPr marL="12700">
              <a:spcBef>
                <a:spcPts val="95"/>
              </a:spcBef>
            </a:pPr>
            <a:r>
              <a:rPr lang="en-US" dirty="0"/>
              <a:t>Module 6 - Feedback, Review &amp; Consolidation</a:t>
            </a:r>
            <a:r>
              <a:rPr lang="en-IN" b="0" dirty="0"/>
              <a:t>​</a:t>
            </a:r>
            <a:endParaRPr lang="en-US" dirty="0"/>
          </a:p>
        </p:txBody>
      </p:sp>
    </p:spTree>
    <p:extLst>
      <p:ext uri="{BB962C8B-B14F-4D97-AF65-F5344CB8AC3E}">
        <p14:creationId xmlns:p14="http://schemas.microsoft.com/office/powerpoint/2010/main" val="2604090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B2C4701-1E8E-F83E-3B2E-019CAAB7FAEE}"/>
              </a:ext>
            </a:extLst>
          </p:cNvPr>
          <p:cNvPicPr>
            <a:picLocks noChangeAspect="1"/>
          </p:cNvPicPr>
          <p:nvPr/>
        </p:nvPicPr>
        <p:blipFill>
          <a:blip r:embed="rId2"/>
          <a:stretch>
            <a:fillRect/>
          </a:stretch>
        </p:blipFill>
        <p:spPr>
          <a:xfrm>
            <a:off x="745958" y="1191126"/>
            <a:ext cx="10455441" cy="5245769"/>
          </a:xfrm>
          <a:prstGeom prst="rect">
            <a:avLst/>
          </a:prstGeom>
        </p:spPr>
      </p:pic>
      <p:sp>
        <p:nvSpPr>
          <p:cNvPr id="4" name="Text Placeholder 3">
            <a:extLst>
              <a:ext uri="{FF2B5EF4-FFF2-40B4-BE49-F238E27FC236}">
                <a16:creationId xmlns:a16="http://schemas.microsoft.com/office/drawing/2014/main" id="{8E96B913-5810-9284-F21E-F3D4B119B0F4}"/>
              </a:ext>
            </a:extLst>
          </p:cNvPr>
          <p:cNvSpPr txBox="1">
            <a:spLocks/>
          </p:cNvSpPr>
          <p:nvPr/>
        </p:nvSpPr>
        <p:spPr>
          <a:xfrm>
            <a:off x="469900" y="445513"/>
            <a:ext cx="11252200" cy="605975"/>
          </a:xfrm>
          <a:prstGeom prst="rect">
            <a:avLst/>
          </a:prstGeom>
        </p:spPr>
        <p:txBody>
          <a:bodyPr/>
          <a:lstStyle>
            <a:lvl1pPr marL="0" indent="0" algn="l" defTabSz="342991" rtl="0" eaLnBrk="1" latinLnBrk="0" hangingPunct="1">
              <a:spcBef>
                <a:spcPct val="20000"/>
              </a:spcBef>
              <a:buFont typeface="Arial" panose="020B0604020202020204" pitchFamily="34" charset="0"/>
              <a:buNone/>
              <a:defRPr sz="1400" kern="1200">
                <a:solidFill>
                  <a:schemeClr val="tx2">
                    <a:lumMod val="75000"/>
                  </a:schemeClr>
                </a:solidFill>
                <a:latin typeface="+mj-lt"/>
                <a:ea typeface="Proxima Nova" charset="0"/>
                <a:cs typeface="Proxima Nova" charset="0"/>
              </a:defRPr>
            </a:lvl1pPr>
            <a:lvl2pPr marL="685891" indent="-342900" algn="l" defTabSz="342991" rtl="0" eaLnBrk="1" latinLnBrk="0" hangingPunct="1">
              <a:spcBef>
                <a:spcPct val="20000"/>
              </a:spcBef>
              <a:buFont typeface="Courier New" panose="02070309020205020404" pitchFamily="49" charset="0"/>
              <a:buChar char="o"/>
              <a:defRPr sz="1400" kern="1200">
                <a:solidFill>
                  <a:schemeClr val="tx2">
                    <a:lumMod val="75000"/>
                  </a:schemeClr>
                </a:solidFill>
                <a:latin typeface="Proxima Nova" charset="0"/>
                <a:ea typeface="Proxima Nova" charset="0"/>
                <a:cs typeface="Proxima Nova" charset="0"/>
              </a:defRPr>
            </a:lvl2pPr>
            <a:lvl3pPr marL="971733" indent="-285750" algn="l" defTabSz="342991" rtl="0" eaLnBrk="1" latinLnBrk="0" hangingPunct="1">
              <a:spcBef>
                <a:spcPct val="20000"/>
              </a:spcBef>
              <a:buFontTx/>
              <a:buChar char="–"/>
              <a:defRPr sz="1400" kern="1200">
                <a:solidFill>
                  <a:schemeClr val="tx2">
                    <a:lumMod val="75000"/>
                  </a:schemeClr>
                </a:solidFill>
                <a:latin typeface="Proxima Nova" charset="0"/>
                <a:ea typeface="Proxima Nova" charset="0"/>
                <a:cs typeface="Proxima Nova" charset="0"/>
              </a:defRPr>
            </a:lvl3pPr>
            <a:lvl4pPr marL="1314724"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4pPr>
            <a:lvl5pPr marL="1657716"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a:lstStyle>
          <a:p>
            <a:pPr marL="12700">
              <a:spcBef>
                <a:spcPts val="95"/>
              </a:spcBef>
            </a:pPr>
            <a:r>
              <a:rPr lang="en-US" sz="2800" b="1" dirty="0"/>
              <a:t>6.1. Feedback Consolidation Workflow</a:t>
            </a:r>
          </a:p>
        </p:txBody>
      </p:sp>
    </p:spTree>
    <p:extLst>
      <p:ext uri="{BB962C8B-B14F-4D97-AF65-F5344CB8AC3E}">
        <p14:creationId xmlns:p14="http://schemas.microsoft.com/office/powerpoint/2010/main" val="474156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F1032-446E-6F1D-A8E1-75E2EE409A1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49D7BFB-B1B4-1F0D-E64E-C2356B51A2F9}"/>
              </a:ext>
            </a:extLst>
          </p:cNvPr>
          <p:cNvSpPr txBox="1">
            <a:spLocks noGrp="1"/>
          </p:cNvSpPr>
          <p:nvPr>
            <p:ph type="body" sz="quarter" idx="10"/>
          </p:nvPr>
        </p:nvSpPr>
        <p:spPr>
          <a:xfrm>
            <a:off x="455286" y="3932132"/>
            <a:ext cx="6006296" cy="828329"/>
          </a:xfrm>
        </p:spPr>
        <p:txBody>
          <a:bodyPr vert="horz" lIns="0" tIns="12065" rIns="0" bIns="0" rtlCol="0">
            <a:noAutofit/>
          </a:bodyPr>
          <a:lstStyle/>
          <a:p>
            <a:pPr marL="12700">
              <a:spcBef>
                <a:spcPts val="95"/>
              </a:spcBef>
            </a:pPr>
            <a:r>
              <a:rPr lang="en-US" dirty="0"/>
              <a:t>Module 7 - Real-Time Collaboration Tools</a:t>
            </a:r>
            <a:r>
              <a:rPr lang="en-IN" b="0" dirty="0"/>
              <a:t>​</a:t>
            </a:r>
            <a:endParaRPr lang="en-US" dirty="0"/>
          </a:p>
        </p:txBody>
      </p:sp>
    </p:spTree>
    <p:extLst>
      <p:ext uri="{BB962C8B-B14F-4D97-AF65-F5344CB8AC3E}">
        <p14:creationId xmlns:p14="http://schemas.microsoft.com/office/powerpoint/2010/main" val="884612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10853C20-1364-1D6D-C60E-8DD38AA8ED61}"/>
              </a:ext>
            </a:extLst>
          </p:cNvPr>
          <p:cNvSpPr txBox="1">
            <a:spLocks/>
          </p:cNvSpPr>
          <p:nvPr/>
        </p:nvSpPr>
        <p:spPr>
          <a:xfrm>
            <a:off x="469900" y="445513"/>
            <a:ext cx="11252200" cy="605975"/>
          </a:xfrm>
          <a:prstGeom prst="rect">
            <a:avLst/>
          </a:prstGeom>
        </p:spPr>
        <p:txBody>
          <a:bodyPr/>
          <a:lstStyle>
            <a:lvl1pPr marL="0" indent="0" algn="l" defTabSz="342991" rtl="0" eaLnBrk="1" latinLnBrk="0" hangingPunct="1">
              <a:spcBef>
                <a:spcPct val="20000"/>
              </a:spcBef>
              <a:buFont typeface="Arial" panose="020B0604020202020204" pitchFamily="34" charset="0"/>
              <a:buNone/>
              <a:defRPr sz="1400" kern="1200">
                <a:solidFill>
                  <a:schemeClr val="tx2">
                    <a:lumMod val="75000"/>
                  </a:schemeClr>
                </a:solidFill>
                <a:latin typeface="+mj-lt"/>
                <a:ea typeface="Proxima Nova" charset="0"/>
                <a:cs typeface="Proxima Nova" charset="0"/>
              </a:defRPr>
            </a:lvl1pPr>
            <a:lvl2pPr marL="685891" indent="-342900" algn="l" defTabSz="342991" rtl="0" eaLnBrk="1" latinLnBrk="0" hangingPunct="1">
              <a:spcBef>
                <a:spcPct val="20000"/>
              </a:spcBef>
              <a:buFont typeface="Courier New" panose="02070309020205020404" pitchFamily="49" charset="0"/>
              <a:buChar char="o"/>
              <a:defRPr sz="1400" kern="1200">
                <a:solidFill>
                  <a:schemeClr val="tx2">
                    <a:lumMod val="75000"/>
                  </a:schemeClr>
                </a:solidFill>
                <a:latin typeface="Proxima Nova" charset="0"/>
                <a:ea typeface="Proxima Nova" charset="0"/>
                <a:cs typeface="Proxima Nova" charset="0"/>
              </a:defRPr>
            </a:lvl2pPr>
            <a:lvl3pPr marL="971733" indent="-285750" algn="l" defTabSz="342991" rtl="0" eaLnBrk="1" latinLnBrk="0" hangingPunct="1">
              <a:spcBef>
                <a:spcPct val="20000"/>
              </a:spcBef>
              <a:buFontTx/>
              <a:buChar char="–"/>
              <a:defRPr sz="1400" kern="1200">
                <a:solidFill>
                  <a:schemeClr val="tx2">
                    <a:lumMod val="75000"/>
                  </a:schemeClr>
                </a:solidFill>
                <a:latin typeface="Proxima Nova" charset="0"/>
                <a:ea typeface="Proxima Nova" charset="0"/>
                <a:cs typeface="Proxima Nova" charset="0"/>
              </a:defRPr>
            </a:lvl3pPr>
            <a:lvl4pPr marL="1314724"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4pPr>
            <a:lvl5pPr marL="1657716"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a:lstStyle>
          <a:p>
            <a:pPr marL="12700">
              <a:spcBef>
                <a:spcPts val="95"/>
              </a:spcBef>
            </a:pPr>
            <a:r>
              <a:rPr lang="en-US" sz="2800" b="1" dirty="0"/>
              <a:t>7.1. Real-time Collaboration</a:t>
            </a:r>
          </a:p>
        </p:txBody>
      </p:sp>
      <p:pic>
        <p:nvPicPr>
          <p:cNvPr id="7" name="Picture 6">
            <a:extLst>
              <a:ext uri="{FF2B5EF4-FFF2-40B4-BE49-F238E27FC236}">
                <a16:creationId xmlns:a16="http://schemas.microsoft.com/office/drawing/2014/main" id="{761D08F1-F09F-C843-1879-DDB3024B0D63}"/>
              </a:ext>
            </a:extLst>
          </p:cNvPr>
          <p:cNvPicPr>
            <a:picLocks noChangeAspect="1"/>
          </p:cNvPicPr>
          <p:nvPr/>
        </p:nvPicPr>
        <p:blipFill>
          <a:blip r:embed="rId2"/>
          <a:stretch>
            <a:fillRect/>
          </a:stretch>
        </p:blipFill>
        <p:spPr>
          <a:xfrm>
            <a:off x="2310062" y="1051488"/>
            <a:ext cx="7062537" cy="5360999"/>
          </a:xfrm>
          <a:prstGeom prst="rect">
            <a:avLst/>
          </a:prstGeom>
        </p:spPr>
      </p:pic>
    </p:spTree>
    <p:extLst>
      <p:ext uri="{BB962C8B-B14F-4D97-AF65-F5344CB8AC3E}">
        <p14:creationId xmlns:p14="http://schemas.microsoft.com/office/powerpoint/2010/main" val="25811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DC65BE-E29C-B310-2E85-3B5D143939C8}"/>
              </a:ext>
            </a:extLst>
          </p:cNvPr>
          <p:cNvPicPr>
            <a:picLocks noChangeAspect="1"/>
          </p:cNvPicPr>
          <p:nvPr/>
        </p:nvPicPr>
        <p:blipFill>
          <a:blip r:embed="rId2"/>
          <a:stretch>
            <a:fillRect/>
          </a:stretch>
        </p:blipFill>
        <p:spPr>
          <a:xfrm>
            <a:off x="1044198" y="1078086"/>
            <a:ext cx="10103603" cy="5527897"/>
          </a:xfrm>
          <a:prstGeom prst="rect">
            <a:avLst/>
          </a:prstGeom>
        </p:spPr>
      </p:pic>
      <p:sp>
        <p:nvSpPr>
          <p:cNvPr id="5" name="Text Placeholder 3">
            <a:extLst>
              <a:ext uri="{FF2B5EF4-FFF2-40B4-BE49-F238E27FC236}">
                <a16:creationId xmlns:a16="http://schemas.microsoft.com/office/drawing/2014/main" id="{ED2382E9-36FB-8B51-5FEB-E60F1F4E51BB}"/>
              </a:ext>
            </a:extLst>
          </p:cNvPr>
          <p:cNvSpPr txBox="1">
            <a:spLocks/>
          </p:cNvSpPr>
          <p:nvPr/>
        </p:nvSpPr>
        <p:spPr>
          <a:xfrm>
            <a:off x="469900" y="445513"/>
            <a:ext cx="11252200" cy="605975"/>
          </a:xfrm>
          <a:prstGeom prst="rect">
            <a:avLst/>
          </a:prstGeom>
        </p:spPr>
        <p:txBody>
          <a:bodyPr/>
          <a:lstStyle>
            <a:lvl1pPr marL="0" indent="0" algn="l" defTabSz="342991" rtl="0" eaLnBrk="1" latinLnBrk="0" hangingPunct="1">
              <a:spcBef>
                <a:spcPct val="20000"/>
              </a:spcBef>
              <a:buFont typeface="Arial" panose="020B0604020202020204" pitchFamily="34" charset="0"/>
              <a:buNone/>
              <a:defRPr sz="1400" kern="1200">
                <a:solidFill>
                  <a:schemeClr val="tx2">
                    <a:lumMod val="75000"/>
                  </a:schemeClr>
                </a:solidFill>
                <a:latin typeface="+mj-lt"/>
                <a:ea typeface="Proxima Nova" charset="0"/>
                <a:cs typeface="Proxima Nova" charset="0"/>
              </a:defRPr>
            </a:lvl1pPr>
            <a:lvl2pPr marL="685891" indent="-342900" algn="l" defTabSz="342991" rtl="0" eaLnBrk="1" latinLnBrk="0" hangingPunct="1">
              <a:spcBef>
                <a:spcPct val="20000"/>
              </a:spcBef>
              <a:buFont typeface="Courier New" panose="02070309020205020404" pitchFamily="49" charset="0"/>
              <a:buChar char="o"/>
              <a:defRPr sz="1400" kern="1200">
                <a:solidFill>
                  <a:schemeClr val="tx2">
                    <a:lumMod val="75000"/>
                  </a:schemeClr>
                </a:solidFill>
                <a:latin typeface="Proxima Nova" charset="0"/>
                <a:ea typeface="Proxima Nova" charset="0"/>
                <a:cs typeface="Proxima Nova" charset="0"/>
              </a:defRPr>
            </a:lvl2pPr>
            <a:lvl3pPr marL="971733" indent="-285750" algn="l" defTabSz="342991" rtl="0" eaLnBrk="1" latinLnBrk="0" hangingPunct="1">
              <a:spcBef>
                <a:spcPct val="20000"/>
              </a:spcBef>
              <a:buFontTx/>
              <a:buChar char="–"/>
              <a:defRPr sz="1400" kern="1200">
                <a:solidFill>
                  <a:schemeClr val="tx2">
                    <a:lumMod val="75000"/>
                  </a:schemeClr>
                </a:solidFill>
                <a:latin typeface="Proxima Nova" charset="0"/>
                <a:ea typeface="Proxima Nova" charset="0"/>
                <a:cs typeface="Proxima Nova" charset="0"/>
              </a:defRPr>
            </a:lvl3pPr>
            <a:lvl4pPr marL="1314724"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4pPr>
            <a:lvl5pPr marL="1657716"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a:lstStyle>
          <a:p>
            <a:pPr marL="12700">
              <a:spcBef>
                <a:spcPts val="95"/>
              </a:spcBef>
            </a:pPr>
            <a:r>
              <a:rPr lang="en-US" sz="2800" b="1" dirty="0"/>
              <a:t>7.2. Action Item Workflow</a:t>
            </a:r>
          </a:p>
        </p:txBody>
      </p:sp>
    </p:spTree>
    <p:extLst>
      <p:ext uri="{BB962C8B-B14F-4D97-AF65-F5344CB8AC3E}">
        <p14:creationId xmlns:p14="http://schemas.microsoft.com/office/powerpoint/2010/main" val="1685687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7CBF6-ADEF-4C4A-E81B-9E601A2661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EBD3FD5-DC8E-FE01-211F-07656C846982}"/>
              </a:ext>
            </a:extLst>
          </p:cNvPr>
          <p:cNvSpPr txBox="1">
            <a:spLocks noGrp="1"/>
          </p:cNvSpPr>
          <p:nvPr>
            <p:ph type="body" sz="quarter" idx="10"/>
          </p:nvPr>
        </p:nvSpPr>
        <p:spPr>
          <a:xfrm>
            <a:off x="502788" y="3884631"/>
            <a:ext cx="6006296" cy="828329"/>
          </a:xfrm>
        </p:spPr>
        <p:txBody>
          <a:bodyPr vert="horz" lIns="0" tIns="12065" rIns="0" bIns="0" rtlCol="0">
            <a:noAutofit/>
          </a:bodyPr>
          <a:lstStyle/>
          <a:p>
            <a:pPr marL="12700">
              <a:spcBef>
                <a:spcPts val="95"/>
              </a:spcBef>
            </a:pPr>
            <a:r>
              <a:rPr lang="en-US" dirty="0"/>
              <a:t>Module 8 - Reporting, Monitoring &amp; Analytics</a:t>
            </a:r>
            <a:r>
              <a:rPr lang="en-IN" b="0" dirty="0"/>
              <a:t>​</a:t>
            </a:r>
            <a:endParaRPr lang="en-US" dirty="0"/>
          </a:p>
        </p:txBody>
      </p:sp>
    </p:spTree>
    <p:extLst>
      <p:ext uri="{BB962C8B-B14F-4D97-AF65-F5344CB8AC3E}">
        <p14:creationId xmlns:p14="http://schemas.microsoft.com/office/powerpoint/2010/main" val="1979228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0EB3EE1-DBDD-3721-EA47-CAA0434AF095}"/>
              </a:ext>
            </a:extLst>
          </p:cNvPr>
          <p:cNvPicPr>
            <a:picLocks noChangeAspect="1"/>
          </p:cNvPicPr>
          <p:nvPr/>
        </p:nvPicPr>
        <p:blipFill>
          <a:blip r:embed="rId2"/>
          <a:stretch>
            <a:fillRect/>
          </a:stretch>
        </p:blipFill>
        <p:spPr>
          <a:xfrm>
            <a:off x="904374" y="940719"/>
            <a:ext cx="10383252" cy="5784330"/>
          </a:xfrm>
          <a:prstGeom prst="rect">
            <a:avLst/>
          </a:prstGeom>
        </p:spPr>
      </p:pic>
      <p:sp>
        <p:nvSpPr>
          <p:cNvPr id="3" name="Rectangle 2">
            <a:extLst>
              <a:ext uri="{FF2B5EF4-FFF2-40B4-BE49-F238E27FC236}">
                <a16:creationId xmlns:a16="http://schemas.microsoft.com/office/drawing/2014/main" id="{1D3C1E17-869B-5B90-3CCD-F3CE24BBD1E6}"/>
              </a:ext>
            </a:extLst>
          </p:cNvPr>
          <p:cNvSpPr/>
          <p:nvPr/>
        </p:nvSpPr>
        <p:spPr>
          <a:xfrm>
            <a:off x="4108863" y="4454250"/>
            <a:ext cx="961902" cy="522179"/>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lang="en-US" sz="1200" dirty="0">
                <a:solidFill>
                  <a:schemeClr val="tx1"/>
                </a:solidFill>
              </a:rPr>
              <a:t>(In case of exception)</a:t>
            </a:r>
            <a:endParaRPr lang="en-IN" sz="1200" dirty="0">
              <a:solidFill>
                <a:schemeClr val="tx1"/>
              </a:solidFill>
            </a:endParaRPr>
          </a:p>
        </p:txBody>
      </p:sp>
      <p:sp>
        <p:nvSpPr>
          <p:cNvPr id="4" name="Text Placeholder 3">
            <a:extLst>
              <a:ext uri="{FF2B5EF4-FFF2-40B4-BE49-F238E27FC236}">
                <a16:creationId xmlns:a16="http://schemas.microsoft.com/office/drawing/2014/main" id="{385E106A-A029-2EBD-A395-19F5EED98F71}"/>
              </a:ext>
            </a:extLst>
          </p:cNvPr>
          <p:cNvSpPr txBox="1">
            <a:spLocks/>
          </p:cNvSpPr>
          <p:nvPr/>
        </p:nvSpPr>
        <p:spPr>
          <a:xfrm>
            <a:off x="469900" y="334744"/>
            <a:ext cx="11252200" cy="605975"/>
          </a:xfrm>
          <a:prstGeom prst="rect">
            <a:avLst/>
          </a:prstGeom>
        </p:spPr>
        <p:txBody>
          <a:bodyPr/>
          <a:lstStyle>
            <a:lvl1pPr marL="0" indent="0" algn="l" defTabSz="342991" rtl="0" eaLnBrk="1" latinLnBrk="0" hangingPunct="1">
              <a:spcBef>
                <a:spcPct val="20000"/>
              </a:spcBef>
              <a:buFont typeface="Arial" panose="020B0604020202020204" pitchFamily="34" charset="0"/>
              <a:buNone/>
              <a:defRPr sz="1400" kern="1200">
                <a:solidFill>
                  <a:schemeClr val="tx2">
                    <a:lumMod val="75000"/>
                  </a:schemeClr>
                </a:solidFill>
                <a:latin typeface="+mj-lt"/>
                <a:ea typeface="Proxima Nova" charset="0"/>
                <a:cs typeface="Proxima Nova" charset="0"/>
              </a:defRPr>
            </a:lvl1pPr>
            <a:lvl2pPr marL="685891" indent="-342900" algn="l" defTabSz="342991" rtl="0" eaLnBrk="1" latinLnBrk="0" hangingPunct="1">
              <a:spcBef>
                <a:spcPct val="20000"/>
              </a:spcBef>
              <a:buFont typeface="Courier New" panose="02070309020205020404" pitchFamily="49" charset="0"/>
              <a:buChar char="o"/>
              <a:defRPr sz="1400" kern="1200">
                <a:solidFill>
                  <a:schemeClr val="tx2">
                    <a:lumMod val="75000"/>
                  </a:schemeClr>
                </a:solidFill>
                <a:latin typeface="Proxima Nova" charset="0"/>
                <a:ea typeface="Proxima Nova" charset="0"/>
                <a:cs typeface="Proxima Nova" charset="0"/>
              </a:defRPr>
            </a:lvl2pPr>
            <a:lvl3pPr marL="971733" indent="-285750" algn="l" defTabSz="342991" rtl="0" eaLnBrk="1" latinLnBrk="0" hangingPunct="1">
              <a:spcBef>
                <a:spcPct val="20000"/>
              </a:spcBef>
              <a:buFontTx/>
              <a:buChar char="–"/>
              <a:defRPr sz="1400" kern="1200">
                <a:solidFill>
                  <a:schemeClr val="tx2">
                    <a:lumMod val="75000"/>
                  </a:schemeClr>
                </a:solidFill>
                <a:latin typeface="Proxima Nova" charset="0"/>
                <a:ea typeface="Proxima Nova" charset="0"/>
                <a:cs typeface="Proxima Nova" charset="0"/>
              </a:defRPr>
            </a:lvl3pPr>
            <a:lvl4pPr marL="1314724"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4pPr>
            <a:lvl5pPr marL="1657716"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a:lstStyle>
          <a:p>
            <a:pPr marL="12700">
              <a:spcBef>
                <a:spcPts val="95"/>
              </a:spcBef>
            </a:pPr>
            <a:r>
              <a:rPr lang="en-US" sz="2800" b="1" dirty="0"/>
              <a:t>8.1. Approval Workflow</a:t>
            </a:r>
          </a:p>
        </p:txBody>
      </p:sp>
    </p:spTree>
    <p:extLst>
      <p:ext uri="{BB962C8B-B14F-4D97-AF65-F5344CB8AC3E}">
        <p14:creationId xmlns:p14="http://schemas.microsoft.com/office/powerpoint/2010/main" val="2856728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52F5B98-42A5-66AA-F0A2-EEE5CAF74C88}"/>
              </a:ext>
            </a:extLst>
          </p:cNvPr>
          <p:cNvPicPr>
            <a:picLocks noChangeAspect="1"/>
          </p:cNvPicPr>
          <p:nvPr/>
        </p:nvPicPr>
        <p:blipFill>
          <a:blip r:embed="rId2"/>
          <a:stretch>
            <a:fillRect/>
          </a:stretch>
        </p:blipFill>
        <p:spPr>
          <a:xfrm>
            <a:off x="3016331" y="1190501"/>
            <a:ext cx="5765912" cy="5305302"/>
          </a:xfrm>
          <a:prstGeom prst="rect">
            <a:avLst/>
          </a:prstGeom>
        </p:spPr>
      </p:pic>
      <p:sp>
        <p:nvSpPr>
          <p:cNvPr id="4" name="Text Placeholder 3">
            <a:extLst>
              <a:ext uri="{FF2B5EF4-FFF2-40B4-BE49-F238E27FC236}">
                <a16:creationId xmlns:a16="http://schemas.microsoft.com/office/drawing/2014/main" id="{A38E4823-0B98-0D3D-0E4B-A611E5854F97}"/>
              </a:ext>
            </a:extLst>
          </p:cNvPr>
          <p:cNvSpPr txBox="1">
            <a:spLocks/>
          </p:cNvSpPr>
          <p:nvPr/>
        </p:nvSpPr>
        <p:spPr>
          <a:xfrm>
            <a:off x="469900" y="445513"/>
            <a:ext cx="11252200" cy="605975"/>
          </a:xfrm>
          <a:prstGeom prst="rect">
            <a:avLst/>
          </a:prstGeom>
        </p:spPr>
        <p:txBody>
          <a:bodyPr/>
          <a:lstStyle>
            <a:lvl1pPr marL="0" indent="0" algn="l" defTabSz="342991" rtl="0" eaLnBrk="1" latinLnBrk="0" hangingPunct="1">
              <a:spcBef>
                <a:spcPct val="20000"/>
              </a:spcBef>
              <a:buFont typeface="Arial" panose="020B0604020202020204" pitchFamily="34" charset="0"/>
              <a:buNone/>
              <a:defRPr sz="1400" kern="1200">
                <a:solidFill>
                  <a:schemeClr val="tx2">
                    <a:lumMod val="75000"/>
                  </a:schemeClr>
                </a:solidFill>
                <a:latin typeface="+mj-lt"/>
                <a:ea typeface="Proxima Nova" charset="0"/>
                <a:cs typeface="Proxima Nova" charset="0"/>
              </a:defRPr>
            </a:lvl1pPr>
            <a:lvl2pPr marL="685891" indent="-342900" algn="l" defTabSz="342991" rtl="0" eaLnBrk="1" latinLnBrk="0" hangingPunct="1">
              <a:spcBef>
                <a:spcPct val="20000"/>
              </a:spcBef>
              <a:buFont typeface="Courier New" panose="02070309020205020404" pitchFamily="49" charset="0"/>
              <a:buChar char="o"/>
              <a:defRPr sz="1400" kern="1200">
                <a:solidFill>
                  <a:schemeClr val="tx2">
                    <a:lumMod val="75000"/>
                  </a:schemeClr>
                </a:solidFill>
                <a:latin typeface="Proxima Nova" charset="0"/>
                <a:ea typeface="Proxima Nova" charset="0"/>
                <a:cs typeface="Proxima Nova" charset="0"/>
              </a:defRPr>
            </a:lvl2pPr>
            <a:lvl3pPr marL="971733" indent="-285750" algn="l" defTabSz="342991" rtl="0" eaLnBrk="1" latinLnBrk="0" hangingPunct="1">
              <a:spcBef>
                <a:spcPct val="20000"/>
              </a:spcBef>
              <a:buFontTx/>
              <a:buChar char="–"/>
              <a:defRPr sz="1400" kern="1200">
                <a:solidFill>
                  <a:schemeClr val="tx2">
                    <a:lumMod val="75000"/>
                  </a:schemeClr>
                </a:solidFill>
                <a:latin typeface="Proxima Nova" charset="0"/>
                <a:ea typeface="Proxima Nova" charset="0"/>
                <a:cs typeface="Proxima Nova" charset="0"/>
              </a:defRPr>
            </a:lvl3pPr>
            <a:lvl4pPr marL="1314724"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4pPr>
            <a:lvl5pPr marL="1657716"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a:lstStyle>
          <a:p>
            <a:pPr marL="12700">
              <a:spcBef>
                <a:spcPts val="95"/>
              </a:spcBef>
            </a:pPr>
            <a:r>
              <a:rPr lang="en-US" sz="2800" b="1" dirty="0"/>
              <a:t>8.2. Archival Workflow</a:t>
            </a:r>
          </a:p>
        </p:txBody>
      </p:sp>
    </p:spTree>
    <p:extLst>
      <p:ext uri="{BB962C8B-B14F-4D97-AF65-F5344CB8AC3E}">
        <p14:creationId xmlns:p14="http://schemas.microsoft.com/office/powerpoint/2010/main" val="34825145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DAA4B-D32E-B51B-F262-DDF12EE503E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A7861B3-F967-FD37-3F5A-7A669F7E2864}"/>
              </a:ext>
            </a:extLst>
          </p:cNvPr>
          <p:cNvSpPr txBox="1">
            <a:spLocks noGrp="1"/>
          </p:cNvSpPr>
          <p:nvPr>
            <p:ph type="body" sz="quarter" idx="10"/>
          </p:nvPr>
        </p:nvSpPr>
        <p:spPr>
          <a:xfrm>
            <a:off x="502787" y="3884631"/>
            <a:ext cx="6979681" cy="828329"/>
          </a:xfrm>
        </p:spPr>
        <p:txBody>
          <a:bodyPr vert="horz" lIns="0" tIns="12065" rIns="0" bIns="0" rtlCol="0">
            <a:noAutofit/>
          </a:bodyPr>
          <a:lstStyle/>
          <a:p>
            <a:pPr marL="12700">
              <a:spcBef>
                <a:spcPts val="95"/>
              </a:spcBef>
            </a:pPr>
            <a:r>
              <a:rPr lang="en-US" dirty="0"/>
              <a:t>Module 9 - “Others+” International Engagements Module</a:t>
            </a:r>
            <a:r>
              <a:rPr lang="en-IN" b="0" dirty="0"/>
              <a:t>​</a:t>
            </a:r>
            <a:endParaRPr lang="en-US" dirty="0"/>
          </a:p>
        </p:txBody>
      </p:sp>
    </p:spTree>
    <p:extLst>
      <p:ext uri="{BB962C8B-B14F-4D97-AF65-F5344CB8AC3E}">
        <p14:creationId xmlns:p14="http://schemas.microsoft.com/office/powerpoint/2010/main" val="18718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B356A-3DB6-6E6B-4BD3-264A293FA55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BF38F9D6-DE35-C7F9-B0DC-1D1084FAF11D}"/>
              </a:ext>
            </a:extLst>
          </p:cNvPr>
          <p:cNvSpPr txBox="1">
            <a:spLocks/>
          </p:cNvSpPr>
          <p:nvPr/>
        </p:nvSpPr>
        <p:spPr>
          <a:xfrm>
            <a:off x="469900" y="252017"/>
            <a:ext cx="11252200" cy="605975"/>
          </a:xfrm>
          <a:prstGeom prst="rect">
            <a:avLst/>
          </a:prstGeom>
        </p:spPr>
        <p:txBody>
          <a:bodyPr/>
          <a:lstStyle>
            <a:lvl1pPr marL="0" indent="0" algn="l" defTabSz="342991" rtl="0" eaLnBrk="1" latinLnBrk="0" hangingPunct="1">
              <a:spcBef>
                <a:spcPct val="20000"/>
              </a:spcBef>
              <a:buFont typeface="Arial" panose="020B0604020202020204" pitchFamily="34" charset="0"/>
              <a:buNone/>
              <a:defRPr sz="1400" kern="1200">
                <a:solidFill>
                  <a:schemeClr val="tx2">
                    <a:lumMod val="75000"/>
                  </a:schemeClr>
                </a:solidFill>
                <a:latin typeface="+mj-lt"/>
                <a:ea typeface="Proxima Nova" charset="0"/>
                <a:cs typeface="Proxima Nova" charset="0"/>
              </a:defRPr>
            </a:lvl1pPr>
            <a:lvl2pPr marL="685891" indent="-342900" algn="l" defTabSz="342991" rtl="0" eaLnBrk="1" latinLnBrk="0" hangingPunct="1">
              <a:spcBef>
                <a:spcPct val="20000"/>
              </a:spcBef>
              <a:buFont typeface="Courier New" panose="02070309020205020404" pitchFamily="49" charset="0"/>
              <a:buChar char="o"/>
              <a:defRPr sz="1400" kern="1200">
                <a:solidFill>
                  <a:schemeClr val="tx2">
                    <a:lumMod val="75000"/>
                  </a:schemeClr>
                </a:solidFill>
                <a:latin typeface="Proxima Nova" charset="0"/>
                <a:ea typeface="Proxima Nova" charset="0"/>
                <a:cs typeface="Proxima Nova" charset="0"/>
              </a:defRPr>
            </a:lvl2pPr>
            <a:lvl3pPr marL="971733" indent="-285750" algn="l" defTabSz="342991" rtl="0" eaLnBrk="1" latinLnBrk="0" hangingPunct="1">
              <a:spcBef>
                <a:spcPct val="20000"/>
              </a:spcBef>
              <a:buFontTx/>
              <a:buChar char="–"/>
              <a:defRPr sz="1400" kern="1200">
                <a:solidFill>
                  <a:schemeClr val="tx2">
                    <a:lumMod val="75000"/>
                  </a:schemeClr>
                </a:solidFill>
                <a:latin typeface="Proxima Nova" charset="0"/>
                <a:ea typeface="Proxima Nova" charset="0"/>
                <a:cs typeface="Proxima Nova" charset="0"/>
              </a:defRPr>
            </a:lvl3pPr>
            <a:lvl4pPr marL="1314724"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4pPr>
            <a:lvl5pPr marL="1657716"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a:lstStyle>
          <a:p>
            <a:pPr marL="12700">
              <a:spcBef>
                <a:spcPts val="95"/>
              </a:spcBef>
            </a:pPr>
            <a:r>
              <a:rPr lang="en-US" sz="2800" b="1" dirty="0"/>
              <a:t>9.1. IMO Document Review &amp; Submission Workflow </a:t>
            </a:r>
          </a:p>
        </p:txBody>
      </p:sp>
      <p:pic>
        <p:nvPicPr>
          <p:cNvPr id="6" name="Picture 5">
            <a:extLst>
              <a:ext uri="{FF2B5EF4-FFF2-40B4-BE49-F238E27FC236}">
                <a16:creationId xmlns:a16="http://schemas.microsoft.com/office/drawing/2014/main" id="{155895FC-A2A1-196F-E943-D02B7B80EA32}"/>
              </a:ext>
            </a:extLst>
          </p:cNvPr>
          <p:cNvPicPr>
            <a:picLocks noChangeAspect="1"/>
          </p:cNvPicPr>
          <p:nvPr/>
        </p:nvPicPr>
        <p:blipFill>
          <a:blip r:embed="rId3"/>
          <a:stretch>
            <a:fillRect/>
          </a:stretch>
        </p:blipFill>
        <p:spPr>
          <a:xfrm>
            <a:off x="1277957" y="1136228"/>
            <a:ext cx="9551623" cy="5564395"/>
          </a:xfrm>
          <a:prstGeom prst="rect">
            <a:avLst/>
          </a:prstGeom>
        </p:spPr>
      </p:pic>
    </p:spTree>
    <p:extLst>
      <p:ext uri="{BB962C8B-B14F-4D97-AF65-F5344CB8AC3E}">
        <p14:creationId xmlns:p14="http://schemas.microsoft.com/office/powerpoint/2010/main" val="1195967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845C6-C17A-888B-3B54-F26B04F3D47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E7D4C5F-57A7-F25B-625C-524FC211F7DA}"/>
              </a:ext>
            </a:extLst>
          </p:cNvPr>
          <p:cNvSpPr txBox="1">
            <a:spLocks noGrp="1"/>
          </p:cNvSpPr>
          <p:nvPr>
            <p:ph type="body" sz="quarter" idx="10"/>
          </p:nvPr>
        </p:nvSpPr>
        <p:spPr>
          <a:xfrm>
            <a:off x="455286" y="3932132"/>
            <a:ext cx="6006296" cy="828329"/>
          </a:xfrm>
        </p:spPr>
        <p:txBody>
          <a:bodyPr vert="horz" lIns="0" tIns="12065" rIns="0" bIns="0" rtlCol="0">
            <a:noAutofit/>
          </a:bodyPr>
          <a:lstStyle/>
          <a:p>
            <a:pPr marL="12700">
              <a:spcBef>
                <a:spcPts val="95"/>
              </a:spcBef>
            </a:pPr>
            <a:r>
              <a:rPr lang="en-US" dirty="0"/>
              <a:t>C. India Representation at IMO</a:t>
            </a:r>
          </a:p>
        </p:txBody>
      </p:sp>
    </p:spTree>
    <p:extLst>
      <p:ext uri="{BB962C8B-B14F-4D97-AF65-F5344CB8AC3E}">
        <p14:creationId xmlns:p14="http://schemas.microsoft.com/office/powerpoint/2010/main" val="1893692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A6EE3FF-6B4A-8BCC-F411-622BB2863BC8}"/>
              </a:ext>
            </a:extLst>
          </p:cNvPr>
          <p:cNvSpPr txBox="1">
            <a:spLocks/>
          </p:cNvSpPr>
          <p:nvPr/>
        </p:nvSpPr>
        <p:spPr>
          <a:xfrm>
            <a:off x="469900" y="445513"/>
            <a:ext cx="11252200" cy="605975"/>
          </a:xfrm>
          <a:prstGeom prst="rect">
            <a:avLst/>
          </a:prstGeom>
        </p:spPr>
        <p:txBody>
          <a:bodyPr/>
          <a:lstStyle>
            <a:lvl1pPr marL="0" indent="0" algn="l" defTabSz="342991" rtl="0" eaLnBrk="1" latinLnBrk="0" hangingPunct="1">
              <a:spcBef>
                <a:spcPct val="20000"/>
              </a:spcBef>
              <a:buFont typeface="Arial" panose="020B0604020202020204" pitchFamily="34" charset="0"/>
              <a:buNone/>
              <a:defRPr sz="1400" kern="1200">
                <a:solidFill>
                  <a:schemeClr val="tx2">
                    <a:lumMod val="75000"/>
                  </a:schemeClr>
                </a:solidFill>
                <a:latin typeface="+mj-lt"/>
                <a:ea typeface="Proxima Nova" charset="0"/>
                <a:cs typeface="Proxima Nova" charset="0"/>
              </a:defRPr>
            </a:lvl1pPr>
            <a:lvl2pPr marL="685891" indent="-342900" algn="l" defTabSz="342991" rtl="0" eaLnBrk="1" latinLnBrk="0" hangingPunct="1">
              <a:spcBef>
                <a:spcPct val="20000"/>
              </a:spcBef>
              <a:buFont typeface="Courier New" panose="02070309020205020404" pitchFamily="49" charset="0"/>
              <a:buChar char="o"/>
              <a:defRPr sz="1400" kern="1200">
                <a:solidFill>
                  <a:schemeClr val="tx2">
                    <a:lumMod val="75000"/>
                  </a:schemeClr>
                </a:solidFill>
                <a:latin typeface="Proxima Nova" charset="0"/>
                <a:ea typeface="Proxima Nova" charset="0"/>
                <a:cs typeface="Proxima Nova" charset="0"/>
              </a:defRPr>
            </a:lvl2pPr>
            <a:lvl3pPr marL="971733" indent="-285750" algn="l" defTabSz="342991" rtl="0" eaLnBrk="1" latinLnBrk="0" hangingPunct="1">
              <a:spcBef>
                <a:spcPct val="20000"/>
              </a:spcBef>
              <a:buFontTx/>
              <a:buChar char="–"/>
              <a:defRPr sz="1400" kern="1200">
                <a:solidFill>
                  <a:schemeClr val="tx2">
                    <a:lumMod val="75000"/>
                  </a:schemeClr>
                </a:solidFill>
                <a:latin typeface="Proxima Nova" charset="0"/>
                <a:ea typeface="Proxima Nova" charset="0"/>
                <a:cs typeface="Proxima Nova" charset="0"/>
              </a:defRPr>
            </a:lvl3pPr>
            <a:lvl4pPr marL="1314724"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4pPr>
            <a:lvl5pPr marL="1657716"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a:lstStyle>
          <a:p>
            <a:pPr marL="12700">
              <a:spcBef>
                <a:spcPts val="95"/>
              </a:spcBef>
            </a:pPr>
            <a:r>
              <a:rPr lang="en-US" sz="2800" b="1" dirty="0"/>
              <a:t>India Representation at IMO</a:t>
            </a:r>
          </a:p>
        </p:txBody>
      </p:sp>
      <p:pic>
        <p:nvPicPr>
          <p:cNvPr id="5" name="Picture 4">
            <a:extLst>
              <a:ext uri="{FF2B5EF4-FFF2-40B4-BE49-F238E27FC236}">
                <a16:creationId xmlns:a16="http://schemas.microsoft.com/office/drawing/2014/main" id="{D04F2444-94AD-BFFF-77D7-22F7107840CE}"/>
              </a:ext>
            </a:extLst>
          </p:cNvPr>
          <p:cNvPicPr>
            <a:picLocks noChangeAspect="1"/>
          </p:cNvPicPr>
          <p:nvPr/>
        </p:nvPicPr>
        <p:blipFill>
          <a:blip r:embed="rId3"/>
          <a:stretch>
            <a:fillRect/>
          </a:stretch>
        </p:blipFill>
        <p:spPr>
          <a:xfrm>
            <a:off x="1559626" y="1167307"/>
            <a:ext cx="9072748" cy="5245180"/>
          </a:xfrm>
          <a:prstGeom prst="rect">
            <a:avLst/>
          </a:prstGeom>
        </p:spPr>
      </p:pic>
    </p:spTree>
    <p:extLst>
      <p:ext uri="{BB962C8B-B14F-4D97-AF65-F5344CB8AC3E}">
        <p14:creationId xmlns:p14="http://schemas.microsoft.com/office/powerpoint/2010/main" val="1084276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9B6D7-7C43-40D4-6A7A-EBDFBF08936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8342B7E-88E2-1E57-F2E1-DB76234F0E1D}"/>
              </a:ext>
            </a:extLst>
          </p:cNvPr>
          <p:cNvSpPr txBox="1">
            <a:spLocks noGrp="1"/>
          </p:cNvSpPr>
          <p:nvPr>
            <p:ph type="body" sz="quarter" idx="10"/>
          </p:nvPr>
        </p:nvSpPr>
        <p:spPr>
          <a:xfrm>
            <a:off x="502787" y="3884631"/>
            <a:ext cx="6979681" cy="828329"/>
          </a:xfrm>
        </p:spPr>
        <p:txBody>
          <a:bodyPr vert="horz" lIns="0" tIns="12065" rIns="0" bIns="0" rtlCol="0">
            <a:noAutofit/>
          </a:bodyPr>
          <a:lstStyle/>
          <a:p>
            <a:pPr marL="12700">
              <a:spcBef>
                <a:spcPts val="95"/>
              </a:spcBef>
            </a:pPr>
            <a:r>
              <a:rPr lang="en-US" dirty="0"/>
              <a:t>D. User Roles and Access Management</a:t>
            </a:r>
          </a:p>
        </p:txBody>
      </p:sp>
    </p:spTree>
    <p:extLst>
      <p:ext uri="{BB962C8B-B14F-4D97-AF65-F5344CB8AC3E}">
        <p14:creationId xmlns:p14="http://schemas.microsoft.com/office/powerpoint/2010/main" val="2018051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A1D3A3-AECE-0006-64B3-922FC90D5CE4}"/>
              </a:ext>
            </a:extLst>
          </p:cNvPr>
          <p:cNvSpPr/>
          <p:nvPr/>
        </p:nvSpPr>
        <p:spPr>
          <a:xfrm>
            <a:off x="984487" y="836107"/>
            <a:ext cx="2388105" cy="1363071"/>
          </a:xfrm>
          <a:prstGeom prst="rect">
            <a:avLst/>
          </a:prstGeom>
          <a:solidFill>
            <a:schemeClr val="tx2">
              <a:lumMod val="50000"/>
            </a:schemeClr>
          </a:solidFill>
          <a:ln>
            <a:solidFill>
              <a:schemeClr val="bg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solidFill>
                  <a:schemeClr val="bg1"/>
                </a:solidFill>
              </a:rPr>
              <a:t>Full access across all modules and system configuration.</a:t>
            </a:r>
            <a:endParaRPr lang="en-IN" sz="1400" dirty="0">
              <a:solidFill>
                <a:schemeClr val="bg1"/>
              </a:solidFill>
            </a:endParaRPr>
          </a:p>
        </p:txBody>
      </p:sp>
      <p:sp>
        <p:nvSpPr>
          <p:cNvPr id="7" name="Rectangle 6">
            <a:extLst>
              <a:ext uri="{FF2B5EF4-FFF2-40B4-BE49-F238E27FC236}">
                <a16:creationId xmlns:a16="http://schemas.microsoft.com/office/drawing/2014/main" id="{C9A1CED3-BB63-1293-2C35-D2BE90321A7E}"/>
              </a:ext>
            </a:extLst>
          </p:cNvPr>
          <p:cNvSpPr/>
          <p:nvPr/>
        </p:nvSpPr>
        <p:spPr>
          <a:xfrm>
            <a:off x="984487" y="2239273"/>
            <a:ext cx="2388105" cy="1363071"/>
          </a:xfrm>
          <a:prstGeom prst="rect">
            <a:avLst/>
          </a:prstGeom>
          <a:solidFill>
            <a:schemeClr val="accent1">
              <a:lumMod val="50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bg1"/>
                </a:solidFill>
              </a:rPr>
              <a:t>Full operational management with limited system configuration rights.</a:t>
            </a:r>
            <a:endParaRPr lang="en-IN" sz="1400" dirty="0">
              <a:solidFill>
                <a:schemeClr val="bg1"/>
              </a:solidFill>
            </a:endParaRPr>
          </a:p>
        </p:txBody>
      </p:sp>
      <p:sp>
        <p:nvSpPr>
          <p:cNvPr id="9" name="Rectangle 8">
            <a:extLst>
              <a:ext uri="{FF2B5EF4-FFF2-40B4-BE49-F238E27FC236}">
                <a16:creationId xmlns:a16="http://schemas.microsoft.com/office/drawing/2014/main" id="{97449254-607C-FD15-BC7D-4F678BA60440}"/>
              </a:ext>
            </a:extLst>
          </p:cNvPr>
          <p:cNvSpPr/>
          <p:nvPr/>
        </p:nvSpPr>
        <p:spPr>
          <a:xfrm>
            <a:off x="984487" y="3648116"/>
            <a:ext cx="2388105" cy="1363070"/>
          </a:xfrm>
          <a:prstGeom prst="rect">
            <a:avLst/>
          </a:prstGeom>
          <a:solidFill>
            <a:schemeClr val="accent2">
              <a:lumMod val="50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bg1"/>
                </a:solidFill>
              </a:rPr>
              <a:t>Review, approval, monitoring, and delegation-level oversight access.</a:t>
            </a:r>
            <a:endParaRPr lang="en-IN" sz="1400" dirty="0">
              <a:solidFill>
                <a:schemeClr val="bg1"/>
              </a:solidFill>
            </a:endParaRPr>
          </a:p>
        </p:txBody>
      </p:sp>
      <p:sp>
        <p:nvSpPr>
          <p:cNvPr id="11" name="Rectangle 10">
            <a:extLst>
              <a:ext uri="{FF2B5EF4-FFF2-40B4-BE49-F238E27FC236}">
                <a16:creationId xmlns:a16="http://schemas.microsoft.com/office/drawing/2014/main" id="{D8FE00EC-A098-3CE0-D2E4-9398182CF21A}"/>
              </a:ext>
            </a:extLst>
          </p:cNvPr>
          <p:cNvSpPr/>
          <p:nvPr/>
        </p:nvSpPr>
        <p:spPr>
          <a:xfrm>
            <a:off x="984487" y="5158113"/>
            <a:ext cx="2388105" cy="1363070"/>
          </a:xfrm>
          <a:prstGeom prst="rect">
            <a:avLst/>
          </a:prstGeom>
          <a:solidFill>
            <a:schemeClr val="accent3">
              <a:lumMod val="75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bg1"/>
                </a:solidFill>
              </a:rPr>
              <a:t>Manage assigned committees, agendas, tasks, submissions, and collaboration workspaces.</a:t>
            </a:r>
            <a:endParaRPr lang="en-IN" sz="1400" dirty="0">
              <a:solidFill>
                <a:schemeClr val="bg1"/>
              </a:solidFill>
            </a:endParaRPr>
          </a:p>
        </p:txBody>
      </p:sp>
      <p:sp>
        <p:nvSpPr>
          <p:cNvPr id="22" name="Rectangle 21">
            <a:extLst>
              <a:ext uri="{FF2B5EF4-FFF2-40B4-BE49-F238E27FC236}">
                <a16:creationId xmlns:a16="http://schemas.microsoft.com/office/drawing/2014/main" id="{9B0D8546-E9FE-0F76-4697-BB97B31E2131}"/>
              </a:ext>
            </a:extLst>
          </p:cNvPr>
          <p:cNvSpPr/>
          <p:nvPr/>
        </p:nvSpPr>
        <p:spPr>
          <a:xfrm>
            <a:off x="3472814" y="836107"/>
            <a:ext cx="8373683" cy="1363071"/>
          </a:xfrm>
          <a:prstGeom prst="rect">
            <a:avLst/>
          </a:prstGeom>
          <a:solidFill>
            <a:schemeClr val="tx2">
              <a:lumMod val="50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IN" sz="1400" dirty="0">
                <a:solidFill>
                  <a:schemeClr val="bg1"/>
                </a:solidFill>
              </a:rPr>
              <a:t>Manage system governance, user roles, access permissions, delegated authority, and stakeholder registry.</a:t>
            </a:r>
          </a:p>
          <a:p>
            <a:pPr marL="171450" indent="-171450">
              <a:buFont typeface="Arial" panose="020B0604020202020204" pitchFamily="34" charset="0"/>
              <a:buChar char="•"/>
            </a:pPr>
            <a:r>
              <a:rPr lang="en-IN" sz="1400" dirty="0">
                <a:solidFill>
                  <a:schemeClr val="bg1"/>
                </a:solidFill>
              </a:rPr>
              <a:t>Configure workflows, metadata standards, document classification schemes, retention policies, and organizational controls.</a:t>
            </a:r>
          </a:p>
          <a:p>
            <a:pPr marL="171450" indent="-171450">
              <a:buFont typeface="Arial" panose="020B0604020202020204" pitchFamily="34" charset="0"/>
              <a:buChar char="•"/>
            </a:pPr>
            <a:r>
              <a:rPr lang="en-IN" sz="1400" dirty="0">
                <a:solidFill>
                  <a:schemeClr val="bg1"/>
                </a:solidFill>
              </a:rPr>
              <a:t>Monitor portal performance, compliance, operational metrics, and generate system-wide reports and dashboards.</a:t>
            </a:r>
          </a:p>
        </p:txBody>
      </p:sp>
      <p:sp>
        <p:nvSpPr>
          <p:cNvPr id="23" name="TextBox 22">
            <a:extLst>
              <a:ext uri="{FF2B5EF4-FFF2-40B4-BE49-F238E27FC236}">
                <a16:creationId xmlns:a16="http://schemas.microsoft.com/office/drawing/2014/main" id="{9B9749D8-CC41-AEE8-5DC6-0F47CDC08361}"/>
              </a:ext>
            </a:extLst>
          </p:cNvPr>
          <p:cNvSpPr txBox="1"/>
          <p:nvPr/>
        </p:nvSpPr>
        <p:spPr>
          <a:xfrm rot="16200000">
            <a:off x="76784" y="1185522"/>
            <a:ext cx="1436914" cy="307777"/>
          </a:xfrm>
          <a:prstGeom prst="rect">
            <a:avLst/>
          </a:prstGeom>
          <a:noFill/>
        </p:spPr>
        <p:txBody>
          <a:bodyPr wrap="square" rtlCol="0">
            <a:spAutoFit/>
          </a:bodyPr>
          <a:lstStyle/>
          <a:p>
            <a:r>
              <a:rPr lang="en-IN" sz="1400" b="1" dirty="0"/>
              <a:t>Super User</a:t>
            </a:r>
          </a:p>
        </p:txBody>
      </p:sp>
      <p:sp>
        <p:nvSpPr>
          <p:cNvPr id="26" name="Rectangle 25">
            <a:extLst>
              <a:ext uri="{FF2B5EF4-FFF2-40B4-BE49-F238E27FC236}">
                <a16:creationId xmlns:a16="http://schemas.microsoft.com/office/drawing/2014/main" id="{19B06A30-8F3E-00B0-D703-8814EFB670C1}"/>
              </a:ext>
            </a:extLst>
          </p:cNvPr>
          <p:cNvSpPr/>
          <p:nvPr/>
        </p:nvSpPr>
        <p:spPr>
          <a:xfrm>
            <a:off x="3472814" y="2239273"/>
            <a:ext cx="8373683" cy="1322976"/>
          </a:xfrm>
          <a:prstGeom prst="rect">
            <a:avLst/>
          </a:prstGeom>
          <a:solidFill>
            <a:schemeClr val="accent1">
              <a:lumMod val="50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US" sz="1400" dirty="0">
                <a:solidFill>
                  <a:schemeClr val="bg1"/>
                </a:solidFill>
              </a:rPr>
              <a:t>Manage users, committees, meetings, and stakeholder organizations.</a:t>
            </a:r>
          </a:p>
          <a:p>
            <a:pPr marL="171450" indent="-171450">
              <a:buFont typeface="Arial" panose="020B0604020202020204" pitchFamily="34" charset="0"/>
              <a:buChar char="•"/>
            </a:pPr>
            <a:r>
              <a:rPr lang="en-US" sz="1400" dirty="0">
                <a:solidFill>
                  <a:schemeClr val="bg1"/>
                </a:solidFill>
              </a:rPr>
              <a:t>Administer agenda items, documents, tasks, notifications, and committee charters.</a:t>
            </a:r>
          </a:p>
          <a:p>
            <a:pPr marL="171450" indent="-171450">
              <a:buFont typeface="Arial" panose="020B0604020202020204" pitchFamily="34" charset="0"/>
              <a:buChar char="•"/>
            </a:pPr>
            <a:r>
              <a:rPr lang="en-US" sz="1400" dirty="0">
                <a:solidFill>
                  <a:schemeClr val="bg1"/>
                </a:solidFill>
              </a:rPr>
              <a:t>Monitor attendance, workflow progress, and committee performance.</a:t>
            </a:r>
            <a:endParaRPr lang="en-IN" sz="1400" dirty="0">
              <a:solidFill>
                <a:schemeClr val="bg1"/>
              </a:solidFill>
            </a:endParaRPr>
          </a:p>
        </p:txBody>
      </p:sp>
      <p:sp>
        <p:nvSpPr>
          <p:cNvPr id="27" name="TextBox 26">
            <a:extLst>
              <a:ext uri="{FF2B5EF4-FFF2-40B4-BE49-F238E27FC236}">
                <a16:creationId xmlns:a16="http://schemas.microsoft.com/office/drawing/2014/main" id="{C2E29151-3B3B-9EC0-08AD-B2EAD9BA09C9}"/>
              </a:ext>
            </a:extLst>
          </p:cNvPr>
          <p:cNvSpPr txBox="1"/>
          <p:nvPr/>
        </p:nvSpPr>
        <p:spPr>
          <a:xfrm rot="16200000">
            <a:off x="-217489" y="2396532"/>
            <a:ext cx="2025461" cy="307777"/>
          </a:xfrm>
          <a:prstGeom prst="rect">
            <a:avLst/>
          </a:prstGeom>
          <a:noFill/>
        </p:spPr>
        <p:txBody>
          <a:bodyPr wrap="square" rtlCol="0">
            <a:spAutoFit/>
          </a:bodyPr>
          <a:lstStyle/>
          <a:p>
            <a:r>
              <a:rPr lang="en-IN" sz="1400" b="1" dirty="0"/>
              <a:t>Administrator</a:t>
            </a:r>
          </a:p>
        </p:txBody>
      </p:sp>
      <p:sp>
        <p:nvSpPr>
          <p:cNvPr id="29" name="TextBox 28">
            <a:extLst>
              <a:ext uri="{FF2B5EF4-FFF2-40B4-BE49-F238E27FC236}">
                <a16:creationId xmlns:a16="http://schemas.microsoft.com/office/drawing/2014/main" id="{506D5111-929A-3E0E-8B6C-5E0DEB77099D}"/>
              </a:ext>
            </a:extLst>
          </p:cNvPr>
          <p:cNvSpPr txBox="1"/>
          <p:nvPr/>
        </p:nvSpPr>
        <p:spPr>
          <a:xfrm rot="16200000">
            <a:off x="16295" y="4087411"/>
            <a:ext cx="1413164" cy="523220"/>
          </a:xfrm>
          <a:prstGeom prst="rect">
            <a:avLst/>
          </a:prstGeom>
          <a:noFill/>
        </p:spPr>
        <p:txBody>
          <a:bodyPr wrap="square" rtlCol="0">
            <a:spAutoFit/>
          </a:bodyPr>
          <a:lstStyle/>
          <a:p>
            <a:pPr algn="ctr"/>
            <a:r>
              <a:rPr lang="en-IN" sz="1400" b="1" dirty="0"/>
              <a:t>Delegation </a:t>
            </a:r>
            <a:br>
              <a:rPr lang="en-IN" sz="1400" b="1" dirty="0"/>
            </a:br>
            <a:r>
              <a:rPr lang="en-IN" sz="1400" b="1" dirty="0"/>
              <a:t>Leader</a:t>
            </a:r>
          </a:p>
        </p:txBody>
      </p:sp>
      <p:sp>
        <p:nvSpPr>
          <p:cNvPr id="32" name="Rectangle 31">
            <a:extLst>
              <a:ext uri="{FF2B5EF4-FFF2-40B4-BE49-F238E27FC236}">
                <a16:creationId xmlns:a16="http://schemas.microsoft.com/office/drawing/2014/main" id="{DC1C6FF6-932B-94E4-D3D1-36D107284E9B}"/>
              </a:ext>
            </a:extLst>
          </p:cNvPr>
          <p:cNvSpPr/>
          <p:nvPr/>
        </p:nvSpPr>
        <p:spPr>
          <a:xfrm>
            <a:off x="3472813" y="3657496"/>
            <a:ext cx="8373683" cy="1322976"/>
          </a:xfrm>
          <a:prstGeom prst="rect">
            <a:avLst/>
          </a:prstGeom>
          <a:solidFill>
            <a:schemeClr val="accent2">
              <a:lumMod val="50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US" sz="1400" dirty="0">
                <a:solidFill>
                  <a:schemeClr val="bg1"/>
                </a:solidFill>
              </a:rPr>
              <a:t>Review consolidated feedback and monitor committee readiness.</a:t>
            </a:r>
          </a:p>
          <a:p>
            <a:pPr marL="171450" indent="-171450">
              <a:buFont typeface="Arial" panose="020B0604020202020204" pitchFamily="34" charset="0"/>
              <a:buChar char="•"/>
            </a:pPr>
            <a:r>
              <a:rPr lang="en-US" sz="1400" dirty="0">
                <a:solidFill>
                  <a:schemeClr val="bg1"/>
                </a:solidFill>
              </a:rPr>
              <a:t>Approve draft documents, interventions, and external expert participation.</a:t>
            </a:r>
          </a:p>
          <a:p>
            <a:pPr marL="171450" indent="-171450">
              <a:buFont typeface="Arial" panose="020B0604020202020204" pitchFamily="34" charset="0"/>
              <a:buChar char="•"/>
            </a:pPr>
            <a:r>
              <a:rPr lang="en-US" sz="1400" dirty="0">
                <a:solidFill>
                  <a:schemeClr val="bg1"/>
                </a:solidFill>
              </a:rPr>
              <a:t>Validate committee memberships and provide final submission recommendations.</a:t>
            </a:r>
            <a:endParaRPr lang="en-IN" sz="1400" dirty="0">
              <a:solidFill>
                <a:schemeClr val="bg1"/>
              </a:solidFill>
            </a:endParaRPr>
          </a:p>
        </p:txBody>
      </p:sp>
      <p:sp>
        <p:nvSpPr>
          <p:cNvPr id="33" name="TextBox 32">
            <a:extLst>
              <a:ext uri="{FF2B5EF4-FFF2-40B4-BE49-F238E27FC236}">
                <a16:creationId xmlns:a16="http://schemas.microsoft.com/office/drawing/2014/main" id="{E8EE1E71-A04B-9F8C-AE8C-D46A1E6758D7}"/>
              </a:ext>
            </a:extLst>
          </p:cNvPr>
          <p:cNvSpPr txBox="1"/>
          <p:nvPr/>
        </p:nvSpPr>
        <p:spPr>
          <a:xfrm>
            <a:off x="1059065" y="393312"/>
            <a:ext cx="2303813" cy="369332"/>
          </a:xfrm>
          <a:prstGeom prst="rect">
            <a:avLst/>
          </a:prstGeom>
          <a:noFill/>
        </p:spPr>
        <p:txBody>
          <a:bodyPr wrap="square" rtlCol="0">
            <a:spAutoFit/>
          </a:bodyPr>
          <a:lstStyle/>
          <a:p>
            <a:pPr algn="ctr"/>
            <a:r>
              <a:rPr lang="en-IN" b="1" dirty="0"/>
              <a:t>Access Control</a:t>
            </a:r>
          </a:p>
        </p:txBody>
      </p:sp>
      <p:sp>
        <p:nvSpPr>
          <p:cNvPr id="34" name="TextBox 33">
            <a:extLst>
              <a:ext uri="{FF2B5EF4-FFF2-40B4-BE49-F238E27FC236}">
                <a16:creationId xmlns:a16="http://schemas.microsoft.com/office/drawing/2014/main" id="{794B3291-872D-29A4-85BE-0738D8D82AA4}"/>
              </a:ext>
            </a:extLst>
          </p:cNvPr>
          <p:cNvSpPr txBox="1"/>
          <p:nvPr/>
        </p:nvSpPr>
        <p:spPr>
          <a:xfrm>
            <a:off x="3645725" y="419152"/>
            <a:ext cx="7904923" cy="369332"/>
          </a:xfrm>
          <a:prstGeom prst="rect">
            <a:avLst/>
          </a:prstGeom>
          <a:noFill/>
        </p:spPr>
        <p:txBody>
          <a:bodyPr wrap="square" rtlCol="0">
            <a:spAutoFit/>
          </a:bodyPr>
          <a:lstStyle/>
          <a:p>
            <a:pPr algn="ctr"/>
            <a:r>
              <a:rPr lang="en-IN" b="1" dirty="0"/>
              <a:t>Key Responsibilities</a:t>
            </a:r>
          </a:p>
        </p:txBody>
      </p:sp>
      <p:sp>
        <p:nvSpPr>
          <p:cNvPr id="37" name="Rectangle 36">
            <a:extLst>
              <a:ext uri="{FF2B5EF4-FFF2-40B4-BE49-F238E27FC236}">
                <a16:creationId xmlns:a16="http://schemas.microsoft.com/office/drawing/2014/main" id="{DFDB2695-F40E-4D48-FA7E-36243B112010}"/>
              </a:ext>
            </a:extLst>
          </p:cNvPr>
          <p:cNvSpPr/>
          <p:nvPr/>
        </p:nvSpPr>
        <p:spPr>
          <a:xfrm>
            <a:off x="3472813" y="5158113"/>
            <a:ext cx="8373683" cy="1322976"/>
          </a:xfrm>
          <a:prstGeom prst="rect">
            <a:avLst/>
          </a:prstGeom>
          <a:solidFill>
            <a:schemeClr val="accent3">
              <a:lumMod val="75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a:solidFill>
                  <a:schemeClr val="bg1"/>
                </a:solidFill>
              </a:rPr>
              <a:t>Manage committees, working groups, and correspondence groups.</a:t>
            </a:r>
          </a:p>
          <a:p>
            <a:pPr marL="285750" indent="-285750">
              <a:buFont typeface="Arial" panose="020B0604020202020204" pitchFamily="34" charset="0"/>
              <a:buChar char="•"/>
            </a:pPr>
            <a:r>
              <a:rPr lang="en-US" sz="1400" dirty="0">
                <a:solidFill>
                  <a:schemeClr val="bg1"/>
                </a:solidFill>
              </a:rPr>
              <a:t>Coordinate agenda assignments, task allocation, and feedback consolidation.</a:t>
            </a:r>
          </a:p>
          <a:p>
            <a:pPr marL="285750" indent="-285750">
              <a:buFont typeface="Arial" panose="020B0604020202020204" pitchFamily="34" charset="0"/>
              <a:buChar char="•"/>
            </a:pPr>
            <a:r>
              <a:rPr lang="en-US" sz="1400" dirty="0">
                <a:solidFill>
                  <a:schemeClr val="bg1"/>
                </a:solidFill>
              </a:rPr>
              <a:t>Track submissions, monitor readiness, and oversee regulatory follow-up actions.</a:t>
            </a:r>
            <a:endParaRPr lang="en-IN" sz="1400" dirty="0">
              <a:solidFill>
                <a:schemeClr val="bg1"/>
              </a:solidFill>
            </a:endParaRPr>
          </a:p>
        </p:txBody>
      </p:sp>
      <p:sp>
        <p:nvSpPr>
          <p:cNvPr id="41" name="TextBox 40">
            <a:extLst>
              <a:ext uri="{FF2B5EF4-FFF2-40B4-BE49-F238E27FC236}">
                <a16:creationId xmlns:a16="http://schemas.microsoft.com/office/drawing/2014/main" id="{02E80F64-52DA-CFE9-CE69-C48E51DCDB23}"/>
              </a:ext>
            </a:extLst>
          </p:cNvPr>
          <p:cNvSpPr txBox="1"/>
          <p:nvPr/>
        </p:nvSpPr>
        <p:spPr>
          <a:xfrm rot="16200000">
            <a:off x="16295" y="5638393"/>
            <a:ext cx="1413164" cy="307777"/>
          </a:xfrm>
          <a:prstGeom prst="rect">
            <a:avLst/>
          </a:prstGeom>
          <a:noFill/>
        </p:spPr>
        <p:txBody>
          <a:bodyPr wrap="square" rtlCol="0">
            <a:spAutoFit/>
          </a:bodyPr>
          <a:lstStyle/>
          <a:p>
            <a:pPr algn="ctr"/>
            <a:r>
              <a:rPr lang="en-IN" sz="1400" b="1" dirty="0"/>
              <a:t>Coordinator</a:t>
            </a:r>
          </a:p>
        </p:txBody>
      </p:sp>
    </p:spTree>
    <p:extLst>
      <p:ext uri="{BB962C8B-B14F-4D97-AF65-F5344CB8AC3E}">
        <p14:creationId xmlns:p14="http://schemas.microsoft.com/office/powerpoint/2010/main" val="2811134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BFC00-15B3-25EF-EDEB-EA3802C5195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FF26076-978B-41E8-A150-E79C1FB3A83A}"/>
              </a:ext>
            </a:extLst>
          </p:cNvPr>
          <p:cNvSpPr/>
          <p:nvPr/>
        </p:nvSpPr>
        <p:spPr>
          <a:xfrm>
            <a:off x="984487" y="836107"/>
            <a:ext cx="2388105" cy="1363071"/>
          </a:xfrm>
          <a:prstGeom prst="rect">
            <a:avLst/>
          </a:prstGeom>
          <a:solidFill>
            <a:schemeClr val="bg2">
              <a:lumMod val="10000"/>
            </a:schemeClr>
          </a:solidFill>
          <a:ln>
            <a:solidFill>
              <a:schemeClr val="bg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solidFill>
                  <a:schemeClr val="bg1"/>
                </a:solidFill>
              </a:rPr>
              <a:t>Technical review, recommendation, participation, and limited task assignment access.</a:t>
            </a:r>
            <a:endParaRPr lang="en-IN" sz="1400" dirty="0">
              <a:solidFill>
                <a:schemeClr val="bg1"/>
              </a:solidFill>
            </a:endParaRPr>
          </a:p>
        </p:txBody>
      </p:sp>
      <p:sp>
        <p:nvSpPr>
          <p:cNvPr id="7" name="Rectangle 6">
            <a:extLst>
              <a:ext uri="{FF2B5EF4-FFF2-40B4-BE49-F238E27FC236}">
                <a16:creationId xmlns:a16="http://schemas.microsoft.com/office/drawing/2014/main" id="{A7ACD8E6-F0AF-E5DA-266D-29C6C39D4E64}"/>
              </a:ext>
            </a:extLst>
          </p:cNvPr>
          <p:cNvSpPr/>
          <p:nvPr/>
        </p:nvSpPr>
        <p:spPr>
          <a:xfrm>
            <a:off x="984487" y="2239273"/>
            <a:ext cx="2388105" cy="1363071"/>
          </a:xfrm>
          <a:prstGeom prst="rect">
            <a:avLst/>
          </a:prstGeom>
          <a:solidFill>
            <a:schemeClr val="accent1">
              <a:lumMod val="50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bg1"/>
                </a:solidFill>
              </a:rPr>
              <a:t>Access limited to assigned committees, documents, tasks, and discussion spaces.</a:t>
            </a:r>
            <a:endParaRPr lang="en-IN" sz="1400" dirty="0">
              <a:solidFill>
                <a:schemeClr val="bg1"/>
              </a:solidFill>
            </a:endParaRPr>
          </a:p>
        </p:txBody>
      </p:sp>
      <p:sp>
        <p:nvSpPr>
          <p:cNvPr id="9" name="Rectangle 8">
            <a:extLst>
              <a:ext uri="{FF2B5EF4-FFF2-40B4-BE49-F238E27FC236}">
                <a16:creationId xmlns:a16="http://schemas.microsoft.com/office/drawing/2014/main" id="{096D6111-0549-C8C1-4EA2-D79E98FDD17A}"/>
              </a:ext>
            </a:extLst>
          </p:cNvPr>
          <p:cNvSpPr/>
          <p:nvPr/>
        </p:nvSpPr>
        <p:spPr>
          <a:xfrm>
            <a:off x="984487" y="3648116"/>
            <a:ext cx="2388105" cy="1363070"/>
          </a:xfrm>
          <a:prstGeom prst="rect">
            <a:avLst/>
          </a:prstGeom>
          <a:solidFill>
            <a:schemeClr val="accent2">
              <a:lumMod val="50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bg1"/>
                </a:solidFill>
              </a:rPr>
              <a:t>Assigned access only; no approval or administrative authority.</a:t>
            </a:r>
            <a:endParaRPr lang="en-IN" sz="1400" dirty="0">
              <a:solidFill>
                <a:schemeClr val="bg1"/>
              </a:solidFill>
            </a:endParaRPr>
          </a:p>
        </p:txBody>
      </p:sp>
      <p:sp>
        <p:nvSpPr>
          <p:cNvPr id="11" name="Rectangle 10">
            <a:extLst>
              <a:ext uri="{FF2B5EF4-FFF2-40B4-BE49-F238E27FC236}">
                <a16:creationId xmlns:a16="http://schemas.microsoft.com/office/drawing/2014/main" id="{3B586635-4B5B-B177-B2A8-1EC4E680FBA4}"/>
              </a:ext>
            </a:extLst>
          </p:cNvPr>
          <p:cNvSpPr/>
          <p:nvPr/>
        </p:nvSpPr>
        <p:spPr>
          <a:xfrm>
            <a:off x="984487" y="5158113"/>
            <a:ext cx="2388105" cy="1363070"/>
          </a:xfrm>
          <a:prstGeom prst="rect">
            <a:avLst/>
          </a:prstGeom>
          <a:solidFill>
            <a:schemeClr val="accent3">
              <a:lumMod val="75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bg1"/>
                </a:solidFill>
              </a:rPr>
              <a:t>Review and comment access only; no administrative or configuration privileges.</a:t>
            </a:r>
            <a:endParaRPr lang="en-IN" sz="1400" dirty="0">
              <a:solidFill>
                <a:schemeClr val="bg1"/>
              </a:solidFill>
            </a:endParaRPr>
          </a:p>
        </p:txBody>
      </p:sp>
      <p:sp>
        <p:nvSpPr>
          <p:cNvPr id="22" name="Rectangle 21">
            <a:extLst>
              <a:ext uri="{FF2B5EF4-FFF2-40B4-BE49-F238E27FC236}">
                <a16:creationId xmlns:a16="http://schemas.microsoft.com/office/drawing/2014/main" id="{A6E216E1-A5AA-C71C-DE43-96C50D40AAA4}"/>
              </a:ext>
            </a:extLst>
          </p:cNvPr>
          <p:cNvSpPr/>
          <p:nvPr/>
        </p:nvSpPr>
        <p:spPr>
          <a:xfrm>
            <a:off x="3472814" y="836107"/>
            <a:ext cx="8373683" cy="1363071"/>
          </a:xfrm>
          <a:prstGeom prst="rect">
            <a:avLst/>
          </a:prstGeom>
          <a:solidFill>
            <a:schemeClr val="bg2">
              <a:lumMod val="10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US" sz="1400" dirty="0">
                <a:solidFill>
                  <a:schemeClr val="bg1"/>
                </a:solidFill>
              </a:rPr>
              <a:t>Lead committee discussions and stakeholder coordination.</a:t>
            </a:r>
          </a:p>
          <a:p>
            <a:pPr marL="171450" indent="-171450">
              <a:buFont typeface="Arial" panose="020B0604020202020204" pitchFamily="34" charset="0"/>
              <a:buChar char="•"/>
            </a:pPr>
            <a:r>
              <a:rPr lang="en-US" sz="1400" dirty="0">
                <a:solidFill>
                  <a:schemeClr val="bg1"/>
                </a:solidFill>
              </a:rPr>
              <a:t>Review submissions and validate technical inputs.</a:t>
            </a:r>
          </a:p>
          <a:p>
            <a:pPr marL="171450" indent="-171450">
              <a:buFont typeface="Arial" panose="020B0604020202020204" pitchFamily="34" charset="0"/>
              <a:buChar char="•"/>
            </a:pPr>
            <a:r>
              <a:rPr lang="en-US" sz="1400" dirty="0">
                <a:solidFill>
                  <a:schemeClr val="bg1"/>
                </a:solidFill>
              </a:rPr>
              <a:t>Manage issue registers and support position finalization.</a:t>
            </a:r>
            <a:endParaRPr lang="en-IN" sz="1400" dirty="0">
              <a:solidFill>
                <a:schemeClr val="bg1"/>
              </a:solidFill>
            </a:endParaRPr>
          </a:p>
        </p:txBody>
      </p:sp>
      <p:sp>
        <p:nvSpPr>
          <p:cNvPr id="23" name="TextBox 22">
            <a:extLst>
              <a:ext uri="{FF2B5EF4-FFF2-40B4-BE49-F238E27FC236}">
                <a16:creationId xmlns:a16="http://schemas.microsoft.com/office/drawing/2014/main" id="{17A5A14C-C8D0-40E9-D620-84F5B6FD6A1A}"/>
              </a:ext>
            </a:extLst>
          </p:cNvPr>
          <p:cNvSpPr txBox="1"/>
          <p:nvPr/>
        </p:nvSpPr>
        <p:spPr>
          <a:xfrm rot="16200000">
            <a:off x="76784" y="1185522"/>
            <a:ext cx="1436914" cy="307777"/>
          </a:xfrm>
          <a:prstGeom prst="rect">
            <a:avLst/>
          </a:prstGeom>
          <a:noFill/>
        </p:spPr>
        <p:txBody>
          <a:bodyPr wrap="square" rtlCol="0">
            <a:spAutoFit/>
          </a:bodyPr>
          <a:lstStyle/>
          <a:p>
            <a:r>
              <a:rPr lang="en-IN" sz="1400" b="1" dirty="0"/>
              <a:t>Convener</a:t>
            </a:r>
          </a:p>
        </p:txBody>
      </p:sp>
      <p:sp>
        <p:nvSpPr>
          <p:cNvPr id="26" name="Rectangle 25">
            <a:extLst>
              <a:ext uri="{FF2B5EF4-FFF2-40B4-BE49-F238E27FC236}">
                <a16:creationId xmlns:a16="http://schemas.microsoft.com/office/drawing/2014/main" id="{A995566E-1167-885F-5CB4-68B965C7C41E}"/>
              </a:ext>
            </a:extLst>
          </p:cNvPr>
          <p:cNvSpPr/>
          <p:nvPr/>
        </p:nvSpPr>
        <p:spPr>
          <a:xfrm>
            <a:off x="3472814" y="2239273"/>
            <a:ext cx="8373683" cy="1322976"/>
          </a:xfrm>
          <a:prstGeom prst="rect">
            <a:avLst/>
          </a:prstGeom>
          <a:solidFill>
            <a:schemeClr val="accent1">
              <a:lumMod val="50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US" sz="1400" dirty="0">
                <a:solidFill>
                  <a:schemeClr val="bg1"/>
                </a:solidFill>
              </a:rPr>
              <a:t>Review assigned agenda items and reference documents.</a:t>
            </a:r>
          </a:p>
          <a:p>
            <a:pPr marL="171450" indent="-171450">
              <a:buFont typeface="Arial" panose="020B0604020202020204" pitchFamily="34" charset="0"/>
              <a:buChar char="•"/>
            </a:pPr>
            <a:r>
              <a:rPr lang="en-US" sz="1400" dirty="0">
                <a:solidFill>
                  <a:schemeClr val="bg1"/>
                </a:solidFill>
              </a:rPr>
              <a:t>Prepare comments, participate in discussions, and complete assigned tasks.</a:t>
            </a:r>
          </a:p>
          <a:p>
            <a:pPr marL="171450" indent="-171450">
              <a:buFont typeface="Arial" panose="020B0604020202020204" pitchFamily="34" charset="0"/>
              <a:buChar char="•"/>
            </a:pPr>
            <a:r>
              <a:rPr lang="en-US" sz="1400" dirty="0">
                <a:solidFill>
                  <a:schemeClr val="bg1"/>
                </a:solidFill>
              </a:rPr>
              <a:t>Submit feedback, interventions, and correspondence group contributions.</a:t>
            </a:r>
            <a:endParaRPr lang="en-IN" sz="1400" dirty="0">
              <a:solidFill>
                <a:schemeClr val="bg1"/>
              </a:solidFill>
            </a:endParaRPr>
          </a:p>
        </p:txBody>
      </p:sp>
      <p:sp>
        <p:nvSpPr>
          <p:cNvPr id="27" name="TextBox 26">
            <a:extLst>
              <a:ext uri="{FF2B5EF4-FFF2-40B4-BE49-F238E27FC236}">
                <a16:creationId xmlns:a16="http://schemas.microsoft.com/office/drawing/2014/main" id="{D11DB9D1-ACA9-2FE3-4ACE-6B0D1D65E06E}"/>
              </a:ext>
            </a:extLst>
          </p:cNvPr>
          <p:cNvSpPr txBox="1"/>
          <p:nvPr/>
        </p:nvSpPr>
        <p:spPr>
          <a:xfrm rot="16200000">
            <a:off x="-232243" y="2198252"/>
            <a:ext cx="2025461" cy="307777"/>
          </a:xfrm>
          <a:prstGeom prst="rect">
            <a:avLst/>
          </a:prstGeom>
          <a:noFill/>
        </p:spPr>
        <p:txBody>
          <a:bodyPr wrap="square" rtlCol="0">
            <a:spAutoFit/>
          </a:bodyPr>
          <a:lstStyle/>
          <a:p>
            <a:r>
              <a:rPr lang="en-IN" sz="1400" b="1" dirty="0"/>
              <a:t>Member</a:t>
            </a:r>
          </a:p>
        </p:txBody>
      </p:sp>
      <p:sp>
        <p:nvSpPr>
          <p:cNvPr id="29" name="TextBox 28">
            <a:extLst>
              <a:ext uri="{FF2B5EF4-FFF2-40B4-BE49-F238E27FC236}">
                <a16:creationId xmlns:a16="http://schemas.microsoft.com/office/drawing/2014/main" id="{D0438CA5-95BC-4902-9F5A-551575E108AF}"/>
              </a:ext>
            </a:extLst>
          </p:cNvPr>
          <p:cNvSpPr txBox="1"/>
          <p:nvPr/>
        </p:nvSpPr>
        <p:spPr>
          <a:xfrm rot="16200000">
            <a:off x="16295" y="4195132"/>
            <a:ext cx="1413164" cy="307777"/>
          </a:xfrm>
          <a:prstGeom prst="rect">
            <a:avLst/>
          </a:prstGeom>
          <a:noFill/>
        </p:spPr>
        <p:txBody>
          <a:bodyPr wrap="square" rtlCol="0">
            <a:spAutoFit/>
          </a:bodyPr>
          <a:lstStyle/>
          <a:p>
            <a:pPr algn="ctr"/>
            <a:r>
              <a:rPr lang="en-IN" sz="1400" b="1" dirty="0"/>
              <a:t>Consultant</a:t>
            </a:r>
          </a:p>
        </p:txBody>
      </p:sp>
      <p:sp>
        <p:nvSpPr>
          <p:cNvPr id="32" name="Rectangle 31">
            <a:extLst>
              <a:ext uri="{FF2B5EF4-FFF2-40B4-BE49-F238E27FC236}">
                <a16:creationId xmlns:a16="http://schemas.microsoft.com/office/drawing/2014/main" id="{51DA893E-4A18-C782-C66A-00B221B5A939}"/>
              </a:ext>
            </a:extLst>
          </p:cNvPr>
          <p:cNvSpPr/>
          <p:nvPr/>
        </p:nvSpPr>
        <p:spPr>
          <a:xfrm>
            <a:off x="3472813" y="3657496"/>
            <a:ext cx="8373683" cy="1322976"/>
          </a:xfrm>
          <a:prstGeom prst="rect">
            <a:avLst/>
          </a:prstGeom>
          <a:solidFill>
            <a:schemeClr val="accent2">
              <a:lumMod val="50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US" sz="1400" dirty="0">
                <a:solidFill>
                  <a:schemeClr val="bg1"/>
                </a:solidFill>
              </a:rPr>
              <a:t>Provide research, documentation, and drafting support.</a:t>
            </a:r>
          </a:p>
          <a:p>
            <a:pPr marL="171450" indent="-171450">
              <a:buFont typeface="Arial" panose="020B0604020202020204" pitchFamily="34" charset="0"/>
              <a:buChar char="•"/>
            </a:pPr>
            <a:r>
              <a:rPr lang="en-US" sz="1400" dirty="0">
                <a:solidFill>
                  <a:schemeClr val="bg1"/>
                </a:solidFill>
              </a:rPr>
              <a:t>Upload supporting materials and generate reports.</a:t>
            </a:r>
          </a:p>
          <a:p>
            <a:pPr marL="171450" indent="-171450">
              <a:buFont typeface="Arial" panose="020B0604020202020204" pitchFamily="34" charset="0"/>
              <a:buChar char="•"/>
            </a:pPr>
            <a:r>
              <a:rPr lang="en-US" sz="1400" dirty="0">
                <a:solidFill>
                  <a:schemeClr val="bg1"/>
                </a:solidFill>
              </a:rPr>
              <a:t>Assist in activity monitoring and administrative coordination.</a:t>
            </a:r>
            <a:endParaRPr lang="en-IN" sz="1400" dirty="0">
              <a:solidFill>
                <a:schemeClr val="bg1"/>
              </a:solidFill>
            </a:endParaRPr>
          </a:p>
        </p:txBody>
      </p:sp>
      <p:sp>
        <p:nvSpPr>
          <p:cNvPr id="33" name="TextBox 32">
            <a:extLst>
              <a:ext uri="{FF2B5EF4-FFF2-40B4-BE49-F238E27FC236}">
                <a16:creationId xmlns:a16="http://schemas.microsoft.com/office/drawing/2014/main" id="{39E01B66-2062-2F16-4B60-B4B19E3862A4}"/>
              </a:ext>
            </a:extLst>
          </p:cNvPr>
          <p:cNvSpPr txBox="1"/>
          <p:nvPr/>
        </p:nvSpPr>
        <p:spPr>
          <a:xfrm>
            <a:off x="1068779" y="393312"/>
            <a:ext cx="2303813" cy="369332"/>
          </a:xfrm>
          <a:prstGeom prst="rect">
            <a:avLst/>
          </a:prstGeom>
          <a:noFill/>
        </p:spPr>
        <p:txBody>
          <a:bodyPr wrap="square" rtlCol="0">
            <a:spAutoFit/>
          </a:bodyPr>
          <a:lstStyle/>
          <a:p>
            <a:pPr algn="ctr"/>
            <a:r>
              <a:rPr lang="en-IN" b="1" dirty="0"/>
              <a:t>Access Control</a:t>
            </a:r>
          </a:p>
        </p:txBody>
      </p:sp>
      <p:sp>
        <p:nvSpPr>
          <p:cNvPr id="34" name="TextBox 33">
            <a:extLst>
              <a:ext uri="{FF2B5EF4-FFF2-40B4-BE49-F238E27FC236}">
                <a16:creationId xmlns:a16="http://schemas.microsoft.com/office/drawing/2014/main" id="{212C8DB5-2560-C1A7-9595-8B331CF3B4B8}"/>
              </a:ext>
            </a:extLst>
          </p:cNvPr>
          <p:cNvSpPr txBox="1"/>
          <p:nvPr/>
        </p:nvSpPr>
        <p:spPr>
          <a:xfrm>
            <a:off x="3645725" y="419152"/>
            <a:ext cx="7904923" cy="369332"/>
          </a:xfrm>
          <a:prstGeom prst="rect">
            <a:avLst/>
          </a:prstGeom>
          <a:noFill/>
        </p:spPr>
        <p:txBody>
          <a:bodyPr wrap="square" rtlCol="0">
            <a:spAutoFit/>
          </a:bodyPr>
          <a:lstStyle/>
          <a:p>
            <a:pPr algn="ctr"/>
            <a:r>
              <a:rPr lang="en-IN" b="1" dirty="0"/>
              <a:t>Key Responsibilities</a:t>
            </a:r>
          </a:p>
        </p:txBody>
      </p:sp>
      <p:sp>
        <p:nvSpPr>
          <p:cNvPr id="37" name="Rectangle 36">
            <a:extLst>
              <a:ext uri="{FF2B5EF4-FFF2-40B4-BE49-F238E27FC236}">
                <a16:creationId xmlns:a16="http://schemas.microsoft.com/office/drawing/2014/main" id="{F907DE67-D906-881E-C6FB-8728DCE7C35A}"/>
              </a:ext>
            </a:extLst>
          </p:cNvPr>
          <p:cNvSpPr/>
          <p:nvPr/>
        </p:nvSpPr>
        <p:spPr>
          <a:xfrm>
            <a:off x="3472813" y="5158113"/>
            <a:ext cx="8373683" cy="1322976"/>
          </a:xfrm>
          <a:prstGeom prst="rect">
            <a:avLst/>
          </a:prstGeom>
          <a:solidFill>
            <a:schemeClr val="accent3">
              <a:lumMod val="75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a:solidFill>
                  <a:schemeClr val="bg1"/>
                </a:solidFill>
              </a:rPr>
              <a:t>Review agenda papers, interventions, and policy documents.</a:t>
            </a:r>
          </a:p>
          <a:p>
            <a:pPr marL="285750" indent="-285750">
              <a:buFont typeface="Arial" panose="020B0604020202020204" pitchFamily="34" charset="0"/>
              <a:buChar char="•"/>
            </a:pPr>
            <a:r>
              <a:rPr lang="en-US" sz="1400" dirty="0">
                <a:solidFill>
                  <a:schemeClr val="bg1"/>
                </a:solidFill>
              </a:rPr>
              <a:t>Assess regulatory implications and policy alignment.</a:t>
            </a:r>
          </a:p>
          <a:p>
            <a:pPr marL="285750" indent="-285750">
              <a:buFont typeface="Arial" panose="020B0604020202020204" pitchFamily="34" charset="0"/>
              <a:buChar char="•"/>
            </a:pPr>
            <a:r>
              <a:rPr lang="en-US" sz="1400" dirty="0">
                <a:solidFill>
                  <a:schemeClr val="bg1"/>
                </a:solidFill>
              </a:rPr>
              <a:t>Provide comments and recommendations on submissions.</a:t>
            </a:r>
            <a:endParaRPr lang="en-IN" sz="1400" dirty="0">
              <a:solidFill>
                <a:schemeClr val="bg1"/>
              </a:solidFill>
            </a:endParaRPr>
          </a:p>
        </p:txBody>
      </p:sp>
      <p:sp>
        <p:nvSpPr>
          <p:cNvPr id="41" name="TextBox 40">
            <a:extLst>
              <a:ext uri="{FF2B5EF4-FFF2-40B4-BE49-F238E27FC236}">
                <a16:creationId xmlns:a16="http://schemas.microsoft.com/office/drawing/2014/main" id="{092276F2-D3D0-DE78-9984-8A3D8DD03F57}"/>
              </a:ext>
            </a:extLst>
          </p:cNvPr>
          <p:cNvSpPr txBox="1"/>
          <p:nvPr/>
        </p:nvSpPr>
        <p:spPr>
          <a:xfrm rot="16200000">
            <a:off x="16295" y="5530672"/>
            <a:ext cx="1413164" cy="523220"/>
          </a:xfrm>
          <a:prstGeom prst="rect">
            <a:avLst/>
          </a:prstGeom>
          <a:noFill/>
        </p:spPr>
        <p:txBody>
          <a:bodyPr wrap="square" rtlCol="0">
            <a:spAutoFit/>
          </a:bodyPr>
          <a:lstStyle/>
          <a:p>
            <a:pPr algn="ctr"/>
            <a:r>
              <a:rPr lang="en-IN" sz="1400" b="1" dirty="0"/>
              <a:t>Ministry </a:t>
            </a:r>
            <a:br>
              <a:rPr lang="en-IN" sz="1400" b="1" dirty="0"/>
            </a:br>
            <a:r>
              <a:rPr lang="en-IN" sz="1400" b="1" dirty="0"/>
              <a:t>Reviewer</a:t>
            </a:r>
          </a:p>
        </p:txBody>
      </p:sp>
    </p:spTree>
    <p:extLst>
      <p:ext uri="{BB962C8B-B14F-4D97-AF65-F5344CB8AC3E}">
        <p14:creationId xmlns:p14="http://schemas.microsoft.com/office/powerpoint/2010/main" val="650876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9C57C-4AAA-8D28-299E-4AA0243CFDE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3EB8BA9-395C-01C5-12DC-3D15EA4FBADC}"/>
              </a:ext>
            </a:extLst>
          </p:cNvPr>
          <p:cNvSpPr txBox="1">
            <a:spLocks noGrp="1"/>
          </p:cNvSpPr>
          <p:nvPr>
            <p:ph type="body" sz="quarter" idx="10"/>
          </p:nvPr>
        </p:nvSpPr>
        <p:spPr>
          <a:xfrm>
            <a:off x="502787" y="3884631"/>
            <a:ext cx="6979681" cy="828329"/>
          </a:xfrm>
        </p:spPr>
        <p:txBody>
          <a:bodyPr vert="horz" lIns="0" tIns="12065" rIns="0" bIns="0" rtlCol="0">
            <a:noAutofit/>
          </a:bodyPr>
          <a:lstStyle/>
          <a:p>
            <a:pPr marL="12700">
              <a:spcBef>
                <a:spcPts val="95"/>
              </a:spcBef>
            </a:pPr>
            <a:r>
              <a:rPr lang="en-US" dirty="0"/>
              <a:t>E. Access Rights Matrix</a:t>
            </a:r>
          </a:p>
        </p:txBody>
      </p:sp>
    </p:spTree>
    <p:extLst>
      <p:ext uri="{BB962C8B-B14F-4D97-AF65-F5344CB8AC3E}">
        <p14:creationId xmlns:p14="http://schemas.microsoft.com/office/powerpoint/2010/main" val="2679169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E8CA0353-52A6-F0CB-46A6-F8579B818283}"/>
              </a:ext>
            </a:extLst>
          </p:cNvPr>
          <p:cNvSpPr>
            <a:spLocks noGrp="1"/>
          </p:cNvSpPr>
          <p:nvPr>
            <p:ph type="body" sz="quarter" idx="13"/>
          </p:nvPr>
        </p:nvSpPr>
        <p:spPr>
          <a:xfrm>
            <a:off x="469900" y="736688"/>
            <a:ext cx="11252200" cy="757255"/>
          </a:xfrm>
        </p:spPr>
        <p:txBody>
          <a:bodyPr/>
          <a:lstStyle/>
          <a:p>
            <a:r>
              <a:rPr lang="en-US" sz="3200" b="1" dirty="0"/>
              <a:t>Access Rights Matrix</a:t>
            </a:r>
          </a:p>
        </p:txBody>
      </p:sp>
      <p:graphicFrame>
        <p:nvGraphicFramePr>
          <p:cNvPr id="10" name="Table 9">
            <a:extLst>
              <a:ext uri="{FF2B5EF4-FFF2-40B4-BE49-F238E27FC236}">
                <a16:creationId xmlns:a16="http://schemas.microsoft.com/office/drawing/2014/main" id="{92AB7793-A8FB-692F-71F7-3BD2BFF57A2A}"/>
              </a:ext>
            </a:extLst>
          </p:cNvPr>
          <p:cNvGraphicFramePr>
            <a:graphicFrameLocks noGrp="1"/>
          </p:cNvGraphicFramePr>
          <p:nvPr>
            <p:extLst>
              <p:ext uri="{D42A27DB-BD31-4B8C-83A1-F6EECF244321}">
                <p14:modId xmlns:p14="http://schemas.microsoft.com/office/powerpoint/2010/main" val="4033508836"/>
              </p:ext>
            </p:extLst>
          </p:nvPr>
        </p:nvGraphicFramePr>
        <p:xfrm>
          <a:off x="683108" y="1357466"/>
          <a:ext cx="10825783" cy="5097926"/>
        </p:xfrm>
        <a:graphic>
          <a:graphicData uri="http://schemas.openxmlformats.org/drawingml/2006/table">
            <a:tbl>
              <a:tblPr firstRow="1">
                <a:tableStyleId>{21E4AEA4-8DFA-4A89-87EB-49C32662AFE0}</a:tableStyleId>
              </a:tblPr>
              <a:tblGrid>
                <a:gridCol w="1688569">
                  <a:extLst>
                    <a:ext uri="{9D8B030D-6E8A-4147-A177-3AD203B41FA5}">
                      <a16:colId xmlns:a16="http://schemas.microsoft.com/office/drawing/2014/main" val="343506479"/>
                    </a:ext>
                  </a:extLst>
                </a:gridCol>
                <a:gridCol w="1057331">
                  <a:extLst>
                    <a:ext uri="{9D8B030D-6E8A-4147-A177-3AD203B41FA5}">
                      <a16:colId xmlns:a16="http://schemas.microsoft.com/office/drawing/2014/main" val="1808337006"/>
                    </a:ext>
                  </a:extLst>
                </a:gridCol>
                <a:gridCol w="1104672">
                  <a:extLst>
                    <a:ext uri="{9D8B030D-6E8A-4147-A177-3AD203B41FA5}">
                      <a16:colId xmlns:a16="http://schemas.microsoft.com/office/drawing/2014/main" val="3542818470"/>
                    </a:ext>
                  </a:extLst>
                </a:gridCol>
                <a:gridCol w="1546538">
                  <a:extLst>
                    <a:ext uri="{9D8B030D-6E8A-4147-A177-3AD203B41FA5}">
                      <a16:colId xmlns:a16="http://schemas.microsoft.com/office/drawing/2014/main" val="1828920475"/>
                    </a:ext>
                  </a:extLst>
                </a:gridCol>
                <a:gridCol w="1104672">
                  <a:extLst>
                    <a:ext uri="{9D8B030D-6E8A-4147-A177-3AD203B41FA5}">
                      <a16:colId xmlns:a16="http://schemas.microsoft.com/office/drawing/2014/main" val="2557159412"/>
                    </a:ext>
                  </a:extLst>
                </a:gridCol>
                <a:gridCol w="962642">
                  <a:extLst>
                    <a:ext uri="{9D8B030D-6E8A-4147-A177-3AD203B41FA5}">
                      <a16:colId xmlns:a16="http://schemas.microsoft.com/office/drawing/2014/main" val="6236807"/>
                    </a:ext>
                  </a:extLst>
                </a:gridCol>
                <a:gridCol w="852179">
                  <a:extLst>
                    <a:ext uri="{9D8B030D-6E8A-4147-A177-3AD203B41FA5}">
                      <a16:colId xmlns:a16="http://schemas.microsoft.com/office/drawing/2014/main" val="1704828925"/>
                    </a:ext>
                  </a:extLst>
                </a:gridCol>
                <a:gridCol w="962642">
                  <a:extLst>
                    <a:ext uri="{9D8B030D-6E8A-4147-A177-3AD203B41FA5}">
                      <a16:colId xmlns:a16="http://schemas.microsoft.com/office/drawing/2014/main" val="2789138839"/>
                    </a:ext>
                  </a:extLst>
                </a:gridCol>
                <a:gridCol w="1546538">
                  <a:extLst>
                    <a:ext uri="{9D8B030D-6E8A-4147-A177-3AD203B41FA5}">
                      <a16:colId xmlns:a16="http://schemas.microsoft.com/office/drawing/2014/main" val="2236261147"/>
                    </a:ext>
                  </a:extLst>
                </a:gridCol>
              </a:tblGrid>
              <a:tr h="431663">
                <a:tc>
                  <a:txBody>
                    <a:bodyPr/>
                    <a:lstStyle/>
                    <a:p>
                      <a:pPr algn="ctr" fontAlgn="b">
                        <a:buNone/>
                      </a:pPr>
                      <a:r>
                        <a:rPr lang="en-IN" sz="1200" b="1" u="none" strike="noStrike" dirty="0">
                          <a:effectLst/>
                        </a:rPr>
                        <a:t>Module </a:t>
                      </a:r>
                      <a:endParaRPr lang="en-IN" sz="1200" b="1" i="0" u="none" strike="noStrike" dirty="0">
                        <a:solidFill>
                          <a:srgbClr val="FFFFFF"/>
                        </a:solidFill>
                        <a:effectLst/>
                        <a:latin typeface="Aptos Narrow" panose="020B0004020202020204" pitchFamily="34" charset="0"/>
                      </a:endParaRPr>
                    </a:p>
                  </a:txBody>
                  <a:tcPr marL="935" marR="935" marT="935" marB="0" anchor="b"/>
                </a:tc>
                <a:tc>
                  <a:txBody>
                    <a:bodyPr/>
                    <a:lstStyle/>
                    <a:p>
                      <a:pPr algn="ctr" fontAlgn="b">
                        <a:buNone/>
                      </a:pPr>
                      <a:r>
                        <a:rPr lang="en-IN" sz="1200" b="1" u="none" strike="noStrike" dirty="0">
                          <a:effectLst/>
                        </a:rPr>
                        <a:t>Super User </a:t>
                      </a:r>
                      <a:endParaRPr lang="en-IN" sz="1200" b="1" i="0" u="none" strike="noStrike" dirty="0">
                        <a:solidFill>
                          <a:srgbClr val="FFFFFF"/>
                        </a:solidFill>
                        <a:effectLst/>
                        <a:latin typeface="Aptos Narrow" panose="020B0004020202020204" pitchFamily="34" charset="0"/>
                      </a:endParaRPr>
                    </a:p>
                  </a:txBody>
                  <a:tcPr marL="935" marR="935" marT="935" marB="0" anchor="b"/>
                </a:tc>
                <a:tc>
                  <a:txBody>
                    <a:bodyPr/>
                    <a:lstStyle/>
                    <a:p>
                      <a:pPr algn="ctr" fontAlgn="b">
                        <a:buNone/>
                      </a:pPr>
                      <a:r>
                        <a:rPr lang="en-IN" sz="1200" b="1" u="none" strike="noStrike" dirty="0">
                          <a:effectLst/>
                        </a:rPr>
                        <a:t>Administrator </a:t>
                      </a:r>
                      <a:endParaRPr lang="en-IN" sz="1200" b="1" i="0" u="none" strike="noStrike" dirty="0">
                        <a:solidFill>
                          <a:srgbClr val="FFFFFF"/>
                        </a:solidFill>
                        <a:effectLst/>
                        <a:latin typeface="Aptos Narrow" panose="020B0004020202020204" pitchFamily="34" charset="0"/>
                      </a:endParaRPr>
                    </a:p>
                  </a:txBody>
                  <a:tcPr marL="935" marR="935" marT="935" marB="0" anchor="b"/>
                </a:tc>
                <a:tc>
                  <a:txBody>
                    <a:bodyPr/>
                    <a:lstStyle/>
                    <a:p>
                      <a:pPr algn="ctr" fontAlgn="b">
                        <a:buNone/>
                      </a:pPr>
                      <a:r>
                        <a:rPr lang="en-IN" sz="1200" b="1" u="none" strike="noStrike" dirty="0">
                          <a:effectLst/>
                        </a:rPr>
                        <a:t>Delegation Leader </a:t>
                      </a:r>
                      <a:endParaRPr lang="en-IN" sz="1200" b="1" i="0" u="none" strike="noStrike" dirty="0">
                        <a:solidFill>
                          <a:srgbClr val="FFFFFF"/>
                        </a:solidFill>
                        <a:effectLst/>
                        <a:latin typeface="Aptos Narrow" panose="020B0004020202020204" pitchFamily="34" charset="0"/>
                      </a:endParaRPr>
                    </a:p>
                  </a:txBody>
                  <a:tcPr marL="935" marR="935" marT="935" marB="0" anchor="b"/>
                </a:tc>
                <a:tc>
                  <a:txBody>
                    <a:bodyPr/>
                    <a:lstStyle/>
                    <a:p>
                      <a:pPr algn="ctr" fontAlgn="b">
                        <a:buNone/>
                      </a:pPr>
                      <a:r>
                        <a:rPr lang="en-IN" sz="1200" b="1" u="none" strike="noStrike" dirty="0">
                          <a:effectLst/>
                        </a:rPr>
                        <a:t>Coordinator </a:t>
                      </a:r>
                      <a:endParaRPr lang="en-IN" sz="1200" b="1" i="0" u="none" strike="noStrike" dirty="0">
                        <a:solidFill>
                          <a:srgbClr val="FFFFFF"/>
                        </a:solidFill>
                        <a:effectLst/>
                        <a:latin typeface="Aptos Narrow" panose="020B0004020202020204" pitchFamily="34" charset="0"/>
                      </a:endParaRPr>
                    </a:p>
                  </a:txBody>
                  <a:tcPr marL="935" marR="935" marT="935" marB="0" anchor="b"/>
                </a:tc>
                <a:tc>
                  <a:txBody>
                    <a:bodyPr/>
                    <a:lstStyle/>
                    <a:p>
                      <a:pPr algn="ctr" fontAlgn="b">
                        <a:buNone/>
                      </a:pPr>
                      <a:r>
                        <a:rPr lang="en-IN" sz="1200" b="1" u="none" strike="noStrike" dirty="0">
                          <a:effectLst/>
                        </a:rPr>
                        <a:t>Convener </a:t>
                      </a:r>
                      <a:endParaRPr lang="en-IN" sz="1200" b="1" i="0" u="none" strike="noStrike" dirty="0">
                        <a:solidFill>
                          <a:srgbClr val="FFFFFF"/>
                        </a:solidFill>
                        <a:effectLst/>
                        <a:latin typeface="Aptos Narrow" panose="020B0004020202020204" pitchFamily="34" charset="0"/>
                      </a:endParaRPr>
                    </a:p>
                  </a:txBody>
                  <a:tcPr marL="935" marR="935" marT="935" marB="0" anchor="b"/>
                </a:tc>
                <a:tc>
                  <a:txBody>
                    <a:bodyPr/>
                    <a:lstStyle/>
                    <a:p>
                      <a:pPr algn="ctr" fontAlgn="b">
                        <a:buNone/>
                      </a:pPr>
                      <a:r>
                        <a:rPr lang="en-IN" sz="1200" b="1" u="none" strike="noStrike" dirty="0">
                          <a:effectLst/>
                        </a:rPr>
                        <a:t>Member </a:t>
                      </a:r>
                      <a:endParaRPr lang="en-IN" sz="1200" b="1" i="0" u="none" strike="noStrike" dirty="0">
                        <a:solidFill>
                          <a:srgbClr val="FFFFFF"/>
                        </a:solidFill>
                        <a:effectLst/>
                        <a:latin typeface="Aptos Narrow" panose="020B0004020202020204" pitchFamily="34" charset="0"/>
                      </a:endParaRPr>
                    </a:p>
                  </a:txBody>
                  <a:tcPr marL="935" marR="935" marT="935" marB="0" anchor="b"/>
                </a:tc>
                <a:tc>
                  <a:txBody>
                    <a:bodyPr/>
                    <a:lstStyle/>
                    <a:p>
                      <a:pPr algn="ctr" fontAlgn="b">
                        <a:buNone/>
                      </a:pPr>
                      <a:r>
                        <a:rPr lang="en-IN" sz="1200" b="1" u="none" strike="noStrike" dirty="0">
                          <a:effectLst/>
                        </a:rPr>
                        <a:t>Consultant </a:t>
                      </a:r>
                      <a:endParaRPr lang="en-IN" sz="1200" b="1" i="0" u="none" strike="noStrike" dirty="0">
                        <a:solidFill>
                          <a:srgbClr val="FFFFFF"/>
                        </a:solidFill>
                        <a:effectLst/>
                        <a:latin typeface="Aptos Narrow" panose="020B0004020202020204" pitchFamily="34" charset="0"/>
                      </a:endParaRPr>
                    </a:p>
                  </a:txBody>
                  <a:tcPr marL="935" marR="935" marT="935" marB="0" anchor="b"/>
                </a:tc>
                <a:tc>
                  <a:txBody>
                    <a:bodyPr/>
                    <a:lstStyle/>
                    <a:p>
                      <a:pPr algn="ctr" fontAlgn="b">
                        <a:buNone/>
                      </a:pPr>
                      <a:r>
                        <a:rPr lang="en-IN" sz="1200" b="1" u="none" strike="noStrike" dirty="0">
                          <a:effectLst/>
                        </a:rPr>
                        <a:t>Ministry Reviewer </a:t>
                      </a:r>
                      <a:endParaRPr lang="en-IN" sz="1200" b="1" i="0" u="none" strike="noStrike" dirty="0">
                        <a:solidFill>
                          <a:srgbClr val="FFFFFF"/>
                        </a:solidFill>
                        <a:effectLst/>
                        <a:latin typeface="Aptos Narrow" panose="020B0004020202020204" pitchFamily="34" charset="0"/>
                      </a:endParaRPr>
                    </a:p>
                  </a:txBody>
                  <a:tcPr marL="935" marR="935" marT="935" marB="0" anchor="b"/>
                </a:tc>
                <a:extLst>
                  <a:ext uri="{0D108BD9-81ED-4DB2-BD59-A6C34878D82A}">
                    <a16:rowId xmlns:a16="http://schemas.microsoft.com/office/drawing/2014/main" val="3117424216"/>
                  </a:ext>
                </a:extLst>
              </a:tr>
              <a:tr h="385231">
                <a:tc>
                  <a:txBody>
                    <a:bodyPr/>
                    <a:lstStyle/>
                    <a:p>
                      <a:pPr algn="ctr" fontAlgn="ctr">
                        <a:buNone/>
                      </a:pPr>
                      <a:r>
                        <a:rPr lang="en-IN" sz="1200" u="none" strike="noStrike">
                          <a:effectLst/>
                        </a:rPr>
                        <a:t>Dashboard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Assigned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dirty="0">
                          <a:effectLst/>
                        </a:rPr>
                        <a:t>Assigned </a:t>
                      </a:r>
                      <a:endParaRPr lang="en-IN" sz="1200" b="0" i="0" u="none" strike="noStrike" dirty="0">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dirty="0">
                          <a:effectLst/>
                        </a:rPr>
                        <a:t>Assigned </a:t>
                      </a:r>
                      <a:endParaRPr lang="en-IN" sz="1200" b="0" i="0" u="none" strike="noStrike" dirty="0">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dirty="0">
                          <a:effectLst/>
                        </a:rPr>
                        <a:t>Personal </a:t>
                      </a:r>
                      <a:endParaRPr lang="en-IN" sz="1200" b="0" i="0" u="none" strike="noStrike" dirty="0">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Assigned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935" marR="935" marT="935" marB="0" anchor="ctr"/>
                </a:tc>
                <a:extLst>
                  <a:ext uri="{0D108BD9-81ED-4DB2-BD59-A6C34878D82A}">
                    <a16:rowId xmlns:a16="http://schemas.microsoft.com/office/drawing/2014/main" val="3005430675"/>
                  </a:ext>
                </a:extLst>
              </a:tr>
              <a:tr h="372399">
                <a:tc>
                  <a:txBody>
                    <a:bodyPr/>
                    <a:lstStyle/>
                    <a:p>
                      <a:pPr algn="ctr" fontAlgn="ctr">
                        <a:buNone/>
                      </a:pPr>
                      <a:r>
                        <a:rPr lang="en-IN" sz="1200" u="none" strike="noStrike">
                          <a:effectLst/>
                        </a:rPr>
                        <a:t>User Management</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Manage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No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No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No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No </a:t>
                      </a:r>
                      <a:endParaRPr lang="en-IN" sz="1200" b="0" i="0" u="none" strike="noStrike">
                        <a:solidFill>
                          <a:srgbClr val="000000"/>
                        </a:solidFill>
                        <a:effectLst/>
                        <a:latin typeface="Arial" panose="020B0604020202020204" pitchFamily="34" charset="0"/>
                      </a:endParaRPr>
                    </a:p>
                  </a:txBody>
                  <a:tcPr marL="935" marR="935" marT="935" marB="0" anchor="ctr"/>
                </a:tc>
                <a:extLst>
                  <a:ext uri="{0D108BD9-81ED-4DB2-BD59-A6C34878D82A}">
                    <a16:rowId xmlns:a16="http://schemas.microsoft.com/office/drawing/2014/main" val="981956622"/>
                  </a:ext>
                </a:extLst>
              </a:tr>
              <a:tr h="603530">
                <a:tc>
                  <a:txBody>
                    <a:bodyPr/>
                    <a:lstStyle/>
                    <a:p>
                      <a:pPr algn="ctr" fontAlgn="ctr">
                        <a:buNone/>
                      </a:pPr>
                      <a:r>
                        <a:rPr lang="en-IN" sz="1200" u="none" strike="noStrike" dirty="0">
                          <a:effectLst/>
                        </a:rPr>
                        <a:t>Committee Management </a:t>
                      </a:r>
                      <a:endParaRPr lang="en-IN" sz="1200" b="0" i="0" u="none" strike="noStrike" dirty="0">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dirty="0">
                          <a:effectLst/>
                        </a:rPr>
                        <a:t>View </a:t>
                      </a:r>
                      <a:endParaRPr lang="en-IN" sz="1200" b="0" i="0" u="none" strike="noStrike" dirty="0">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dirty="0">
                          <a:effectLst/>
                        </a:rPr>
                        <a:t>Manage Assigned </a:t>
                      </a:r>
                      <a:endParaRPr lang="en-IN" sz="1200" b="0" i="0" u="none" strike="noStrike" dirty="0">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35" marR="935" marT="935" marB="0" anchor="ctr"/>
                </a:tc>
                <a:extLst>
                  <a:ext uri="{0D108BD9-81ED-4DB2-BD59-A6C34878D82A}">
                    <a16:rowId xmlns:a16="http://schemas.microsoft.com/office/drawing/2014/main" val="3495698590"/>
                  </a:ext>
                </a:extLst>
              </a:tr>
              <a:tr h="385231">
                <a:tc>
                  <a:txBody>
                    <a:bodyPr/>
                    <a:lstStyle/>
                    <a:p>
                      <a:pPr algn="ctr" fontAlgn="ctr">
                        <a:buNone/>
                      </a:pPr>
                      <a:r>
                        <a:rPr lang="en-IN" sz="1200" u="none" strike="noStrike" dirty="0">
                          <a:effectLst/>
                        </a:rPr>
                        <a:t>Meeting Management</a:t>
                      </a:r>
                      <a:endParaRPr lang="en-IN" sz="1200" b="0" i="0" u="none" strike="noStrike" dirty="0">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dirty="0">
                          <a:effectLst/>
                        </a:rPr>
                        <a:t>Manage </a:t>
                      </a:r>
                      <a:endParaRPr lang="en-IN" sz="1200" b="0" i="0" u="none" strike="noStrike" dirty="0">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35" marR="935" marT="935" marB="0" anchor="ctr"/>
                </a:tc>
                <a:extLst>
                  <a:ext uri="{0D108BD9-81ED-4DB2-BD59-A6C34878D82A}">
                    <a16:rowId xmlns:a16="http://schemas.microsoft.com/office/drawing/2014/main" val="2465098613"/>
                  </a:ext>
                </a:extLst>
              </a:tr>
              <a:tr h="372399">
                <a:tc>
                  <a:txBody>
                    <a:bodyPr/>
                    <a:lstStyle/>
                    <a:p>
                      <a:pPr algn="ctr" fontAlgn="ctr">
                        <a:buNone/>
                      </a:pPr>
                      <a:r>
                        <a:rPr lang="en-IN" sz="1200" u="none" strike="noStrike">
                          <a:effectLst/>
                        </a:rPr>
                        <a:t>Agenda Management</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dirty="0">
                          <a:effectLst/>
                        </a:rPr>
                        <a:t>Full </a:t>
                      </a:r>
                      <a:endParaRPr lang="en-IN" sz="1200" b="0" i="0" u="none" strike="noStrike" dirty="0">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dirty="0">
                          <a:effectLst/>
                        </a:rPr>
                        <a:t>Review </a:t>
                      </a:r>
                      <a:endParaRPr lang="en-IN" sz="1200" b="0" i="0" u="none" strike="noStrike" dirty="0">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Manage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Manage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935" marR="935" marT="935" marB="0" anchor="ctr"/>
                </a:tc>
                <a:extLst>
                  <a:ext uri="{0D108BD9-81ED-4DB2-BD59-A6C34878D82A}">
                    <a16:rowId xmlns:a16="http://schemas.microsoft.com/office/drawing/2014/main" val="958865384"/>
                  </a:ext>
                </a:extLst>
              </a:tr>
              <a:tr h="400541">
                <a:tc>
                  <a:txBody>
                    <a:bodyPr/>
                    <a:lstStyle/>
                    <a:p>
                      <a:pPr algn="ctr" fontAlgn="ctr">
                        <a:buNone/>
                      </a:pPr>
                      <a:r>
                        <a:rPr lang="en-IN" sz="1200" u="none" strike="noStrike">
                          <a:effectLst/>
                        </a:rPr>
                        <a:t>Document Repository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Upload/Manage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Upload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Upload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dirty="0">
                          <a:effectLst/>
                        </a:rPr>
                        <a:t>Review </a:t>
                      </a:r>
                      <a:endParaRPr lang="en-IN" sz="1200" b="0" i="0" u="none" strike="noStrike" dirty="0">
                        <a:solidFill>
                          <a:srgbClr val="000000"/>
                        </a:solidFill>
                        <a:effectLst/>
                        <a:latin typeface="Arial" panose="020B0604020202020204" pitchFamily="34" charset="0"/>
                      </a:endParaRPr>
                    </a:p>
                  </a:txBody>
                  <a:tcPr marL="935" marR="935" marT="935" marB="0" anchor="ctr"/>
                </a:tc>
                <a:extLst>
                  <a:ext uri="{0D108BD9-81ED-4DB2-BD59-A6C34878D82A}">
                    <a16:rowId xmlns:a16="http://schemas.microsoft.com/office/drawing/2014/main" val="1766661868"/>
                  </a:ext>
                </a:extLst>
              </a:tr>
              <a:tr h="603530">
                <a:tc>
                  <a:txBody>
                    <a:bodyPr/>
                    <a:lstStyle/>
                    <a:p>
                      <a:pPr algn="ctr" fontAlgn="ctr">
                        <a:buNone/>
                      </a:pPr>
                      <a:r>
                        <a:rPr lang="en-IN" sz="1200" u="none" strike="noStrike">
                          <a:effectLst/>
                        </a:rPr>
                        <a:t>Task Management</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Monitor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Assign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Assign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Update Own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Update Assigned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35" marR="935" marT="935" marB="0" anchor="ctr"/>
                </a:tc>
                <a:extLst>
                  <a:ext uri="{0D108BD9-81ED-4DB2-BD59-A6C34878D82A}">
                    <a16:rowId xmlns:a16="http://schemas.microsoft.com/office/drawing/2014/main" val="1609462432"/>
                  </a:ext>
                </a:extLst>
              </a:tr>
              <a:tr h="400541">
                <a:tc>
                  <a:txBody>
                    <a:bodyPr/>
                    <a:lstStyle/>
                    <a:p>
                      <a:pPr algn="ctr" fontAlgn="ctr">
                        <a:buNone/>
                      </a:pPr>
                      <a:r>
                        <a:rPr lang="en-IN" sz="1200" u="none" strike="noStrike">
                          <a:effectLst/>
                        </a:rPr>
                        <a:t>Feedback Management</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Consolidate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Consolidate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Submit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Submit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935" marR="935" marT="935" marB="0" anchor="ctr"/>
                </a:tc>
                <a:extLst>
                  <a:ext uri="{0D108BD9-81ED-4DB2-BD59-A6C34878D82A}">
                    <a16:rowId xmlns:a16="http://schemas.microsoft.com/office/drawing/2014/main" val="2668541014"/>
                  </a:ext>
                </a:extLst>
              </a:tr>
              <a:tr h="385231">
                <a:tc>
                  <a:txBody>
                    <a:bodyPr/>
                    <a:lstStyle/>
                    <a:p>
                      <a:pPr algn="ctr" fontAlgn="ctr">
                        <a:buNone/>
                      </a:pPr>
                      <a:r>
                        <a:rPr lang="en-IN" sz="1200" u="none" strike="noStrike">
                          <a:effectLst/>
                        </a:rPr>
                        <a:t>Approval Workflow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Manage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Approve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Recommend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Recommend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No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No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935" marR="935" marT="935" marB="0" anchor="ctr"/>
                </a:tc>
                <a:extLst>
                  <a:ext uri="{0D108BD9-81ED-4DB2-BD59-A6C34878D82A}">
                    <a16:rowId xmlns:a16="http://schemas.microsoft.com/office/drawing/2014/main" val="3172445493"/>
                  </a:ext>
                </a:extLst>
              </a:tr>
              <a:tr h="385231">
                <a:tc>
                  <a:txBody>
                    <a:bodyPr/>
                    <a:lstStyle/>
                    <a:p>
                      <a:pPr algn="ctr" fontAlgn="ctr">
                        <a:buNone/>
                      </a:pPr>
                      <a:r>
                        <a:rPr lang="en-IN" sz="1200" u="none" strike="noStrike">
                          <a:effectLst/>
                        </a:rPr>
                        <a:t>Reports &amp; Analytics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Assigned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Assigned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Assigned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Personal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Assigned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935" marR="935" marT="935" marB="0" anchor="ctr"/>
                </a:tc>
                <a:extLst>
                  <a:ext uri="{0D108BD9-81ED-4DB2-BD59-A6C34878D82A}">
                    <a16:rowId xmlns:a16="http://schemas.microsoft.com/office/drawing/2014/main" val="4206738394"/>
                  </a:ext>
                </a:extLst>
              </a:tr>
              <a:tr h="372399">
                <a:tc>
                  <a:txBody>
                    <a:bodyPr/>
                    <a:lstStyle/>
                    <a:p>
                      <a:pPr algn="ctr" fontAlgn="ctr">
                        <a:buNone/>
                      </a:pPr>
                      <a:r>
                        <a:rPr lang="en-IN" sz="1200" u="none" strike="noStrike">
                          <a:effectLst/>
                        </a:rPr>
                        <a:t>System Configuration</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Limited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No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No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No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No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a:effectLst/>
                        </a:rPr>
                        <a:t>No </a:t>
                      </a:r>
                      <a:endParaRPr lang="en-IN" sz="1200" b="0" i="0" u="none" strike="noStrike">
                        <a:solidFill>
                          <a:srgbClr val="000000"/>
                        </a:solidFill>
                        <a:effectLst/>
                        <a:latin typeface="Arial" panose="020B0604020202020204" pitchFamily="34" charset="0"/>
                      </a:endParaRPr>
                    </a:p>
                  </a:txBody>
                  <a:tcPr marL="935" marR="935" marT="935" marB="0" anchor="ctr"/>
                </a:tc>
                <a:tc>
                  <a:txBody>
                    <a:bodyPr/>
                    <a:lstStyle/>
                    <a:p>
                      <a:pPr algn="ctr" fontAlgn="ctr">
                        <a:buNone/>
                      </a:pPr>
                      <a:r>
                        <a:rPr lang="en-IN" sz="1200" u="none" strike="noStrike" dirty="0">
                          <a:effectLst/>
                        </a:rPr>
                        <a:t>No </a:t>
                      </a:r>
                      <a:endParaRPr lang="en-IN" sz="1200" b="0" i="0" u="none" strike="noStrike" dirty="0">
                        <a:solidFill>
                          <a:srgbClr val="000000"/>
                        </a:solidFill>
                        <a:effectLst/>
                        <a:latin typeface="Arial" panose="020B0604020202020204" pitchFamily="34" charset="0"/>
                      </a:endParaRPr>
                    </a:p>
                  </a:txBody>
                  <a:tcPr marL="935" marR="935" marT="935" marB="0" anchor="ctr"/>
                </a:tc>
                <a:extLst>
                  <a:ext uri="{0D108BD9-81ED-4DB2-BD59-A6C34878D82A}">
                    <a16:rowId xmlns:a16="http://schemas.microsoft.com/office/drawing/2014/main" val="931057069"/>
                  </a:ext>
                </a:extLst>
              </a:tr>
            </a:tbl>
          </a:graphicData>
        </a:graphic>
      </p:graphicFrame>
    </p:spTree>
    <p:extLst>
      <p:ext uri="{BB962C8B-B14F-4D97-AF65-F5344CB8AC3E}">
        <p14:creationId xmlns:p14="http://schemas.microsoft.com/office/powerpoint/2010/main" val="1958046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CF36B74-000E-786A-8B86-1CF36F08B4A8}"/>
              </a:ext>
            </a:extLst>
          </p:cNvPr>
          <p:cNvGraphicFramePr>
            <a:graphicFrameLocks noGrp="1"/>
          </p:cNvGraphicFramePr>
          <p:nvPr>
            <p:extLst>
              <p:ext uri="{D42A27DB-BD31-4B8C-83A1-F6EECF244321}">
                <p14:modId xmlns:p14="http://schemas.microsoft.com/office/powerpoint/2010/main" val="2036794342"/>
              </p:ext>
            </p:extLst>
          </p:nvPr>
        </p:nvGraphicFramePr>
        <p:xfrm>
          <a:off x="769230" y="1132764"/>
          <a:ext cx="10653539" cy="5341934"/>
        </p:xfrm>
        <a:graphic>
          <a:graphicData uri="http://schemas.openxmlformats.org/drawingml/2006/table">
            <a:tbl>
              <a:tblPr firstRow="1">
                <a:tableStyleId>{21E4AEA4-8DFA-4A89-87EB-49C32662AFE0}</a:tableStyleId>
              </a:tblPr>
              <a:tblGrid>
                <a:gridCol w="1661706">
                  <a:extLst>
                    <a:ext uri="{9D8B030D-6E8A-4147-A177-3AD203B41FA5}">
                      <a16:colId xmlns:a16="http://schemas.microsoft.com/office/drawing/2014/main" val="826186018"/>
                    </a:ext>
                  </a:extLst>
                </a:gridCol>
                <a:gridCol w="1040507">
                  <a:extLst>
                    <a:ext uri="{9D8B030D-6E8A-4147-A177-3AD203B41FA5}">
                      <a16:colId xmlns:a16="http://schemas.microsoft.com/office/drawing/2014/main" val="1676252267"/>
                    </a:ext>
                  </a:extLst>
                </a:gridCol>
                <a:gridCol w="1087097">
                  <a:extLst>
                    <a:ext uri="{9D8B030D-6E8A-4147-A177-3AD203B41FA5}">
                      <a16:colId xmlns:a16="http://schemas.microsoft.com/office/drawing/2014/main" val="3679940121"/>
                    </a:ext>
                  </a:extLst>
                </a:gridCol>
                <a:gridCol w="1521935">
                  <a:extLst>
                    <a:ext uri="{9D8B030D-6E8A-4147-A177-3AD203B41FA5}">
                      <a16:colId xmlns:a16="http://schemas.microsoft.com/office/drawing/2014/main" val="3398895648"/>
                    </a:ext>
                  </a:extLst>
                </a:gridCol>
                <a:gridCol w="1087097">
                  <a:extLst>
                    <a:ext uri="{9D8B030D-6E8A-4147-A177-3AD203B41FA5}">
                      <a16:colId xmlns:a16="http://schemas.microsoft.com/office/drawing/2014/main" val="1752197346"/>
                    </a:ext>
                  </a:extLst>
                </a:gridCol>
                <a:gridCol w="947324">
                  <a:extLst>
                    <a:ext uri="{9D8B030D-6E8A-4147-A177-3AD203B41FA5}">
                      <a16:colId xmlns:a16="http://schemas.microsoft.com/office/drawing/2014/main" val="998693530"/>
                    </a:ext>
                  </a:extLst>
                </a:gridCol>
                <a:gridCol w="838614">
                  <a:extLst>
                    <a:ext uri="{9D8B030D-6E8A-4147-A177-3AD203B41FA5}">
                      <a16:colId xmlns:a16="http://schemas.microsoft.com/office/drawing/2014/main" val="3708820215"/>
                    </a:ext>
                  </a:extLst>
                </a:gridCol>
                <a:gridCol w="947324">
                  <a:extLst>
                    <a:ext uri="{9D8B030D-6E8A-4147-A177-3AD203B41FA5}">
                      <a16:colId xmlns:a16="http://schemas.microsoft.com/office/drawing/2014/main" val="1964814092"/>
                    </a:ext>
                  </a:extLst>
                </a:gridCol>
                <a:gridCol w="1521935">
                  <a:extLst>
                    <a:ext uri="{9D8B030D-6E8A-4147-A177-3AD203B41FA5}">
                      <a16:colId xmlns:a16="http://schemas.microsoft.com/office/drawing/2014/main" val="2391837937"/>
                    </a:ext>
                  </a:extLst>
                </a:gridCol>
              </a:tblGrid>
              <a:tr h="375374">
                <a:tc>
                  <a:txBody>
                    <a:bodyPr/>
                    <a:lstStyle/>
                    <a:p>
                      <a:pPr algn="ctr" fontAlgn="b">
                        <a:buNone/>
                      </a:pPr>
                      <a:r>
                        <a:rPr lang="en-IN" sz="1200" u="none" strike="noStrike" dirty="0">
                          <a:effectLst/>
                        </a:rPr>
                        <a:t>Module </a:t>
                      </a:r>
                      <a:endParaRPr lang="en-IN" sz="1200" b="1" i="0" u="none" strike="noStrike" dirty="0">
                        <a:solidFill>
                          <a:srgbClr val="FFFFFF"/>
                        </a:solidFill>
                        <a:effectLst/>
                        <a:latin typeface="Aptos Narrow" panose="020B0004020202020204" pitchFamily="34" charset="0"/>
                      </a:endParaRPr>
                    </a:p>
                  </a:txBody>
                  <a:tcPr marL="795" marR="795" marT="795" marB="0" anchor="b"/>
                </a:tc>
                <a:tc>
                  <a:txBody>
                    <a:bodyPr/>
                    <a:lstStyle/>
                    <a:p>
                      <a:pPr algn="ctr" fontAlgn="b">
                        <a:buNone/>
                      </a:pPr>
                      <a:r>
                        <a:rPr lang="en-IN" sz="1200" u="none" strike="noStrike">
                          <a:effectLst/>
                        </a:rPr>
                        <a:t>Super User </a:t>
                      </a:r>
                      <a:endParaRPr lang="en-IN" sz="1200" b="1" i="0" u="none" strike="noStrike">
                        <a:solidFill>
                          <a:srgbClr val="FFFFFF"/>
                        </a:solidFill>
                        <a:effectLst/>
                        <a:latin typeface="Aptos Narrow" panose="020B0004020202020204" pitchFamily="34" charset="0"/>
                      </a:endParaRPr>
                    </a:p>
                  </a:txBody>
                  <a:tcPr marL="795" marR="795" marT="795" marB="0" anchor="b"/>
                </a:tc>
                <a:tc>
                  <a:txBody>
                    <a:bodyPr/>
                    <a:lstStyle/>
                    <a:p>
                      <a:pPr algn="ctr" fontAlgn="b">
                        <a:buNone/>
                      </a:pPr>
                      <a:r>
                        <a:rPr lang="en-IN" sz="1200" u="none" strike="noStrike">
                          <a:effectLst/>
                        </a:rPr>
                        <a:t>Administrator </a:t>
                      </a:r>
                      <a:endParaRPr lang="en-IN" sz="1200" b="1" i="0" u="none" strike="noStrike">
                        <a:solidFill>
                          <a:srgbClr val="FFFFFF"/>
                        </a:solidFill>
                        <a:effectLst/>
                        <a:latin typeface="Aptos Narrow" panose="020B0004020202020204" pitchFamily="34" charset="0"/>
                      </a:endParaRPr>
                    </a:p>
                  </a:txBody>
                  <a:tcPr marL="795" marR="795" marT="795" marB="0" anchor="b"/>
                </a:tc>
                <a:tc>
                  <a:txBody>
                    <a:bodyPr/>
                    <a:lstStyle/>
                    <a:p>
                      <a:pPr algn="ctr" fontAlgn="b">
                        <a:buNone/>
                      </a:pPr>
                      <a:r>
                        <a:rPr lang="en-IN" sz="1200" u="none" strike="noStrike">
                          <a:effectLst/>
                        </a:rPr>
                        <a:t>Delegation Leader </a:t>
                      </a:r>
                      <a:endParaRPr lang="en-IN" sz="1200" b="1" i="0" u="none" strike="noStrike">
                        <a:solidFill>
                          <a:srgbClr val="FFFFFF"/>
                        </a:solidFill>
                        <a:effectLst/>
                        <a:latin typeface="Aptos Narrow" panose="020B0004020202020204" pitchFamily="34" charset="0"/>
                      </a:endParaRPr>
                    </a:p>
                  </a:txBody>
                  <a:tcPr marL="795" marR="795" marT="795" marB="0" anchor="b"/>
                </a:tc>
                <a:tc>
                  <a:txBody>
                    <a:bodyPr/>
                    <a:lstStyle/>
                    <a:p>
                      <a:pPr algn="ctr" fontAlgn="b">
                        <a:buNone/>
                      </a:pPr>
                      <a:r>
                        <a:rPr lang="en-IN" sz="1200" u="none" strike="noStrike">
                          <a:effectLst/>
                        </a:rPr>
                        <a:t>Coordinator </a:t>
                      </a:r>
                      <a:endParaRPr lang="en-IN" sz="1200" b="1" i="0" u="none" strike="noStrike">
                        <a:solidFill>
                          <a:srgbClr val="FFFFFF"/>
                        </a:solidFill>
                        <a:effectLst/>
                        <a:latin typeface="Aptos Narrow" panose="020B0004020202020204" pitchFamily="34" charset="0"/>
                      </a:endParaRPr>
                    </a:p>
                  </a:txBody>
                  <a:tcPr marL="795" marR="795" marT="795" marB="0" anchor="b"/>
                </a:tc>
                <a:tc>
                  <a:txBody>
                    <a:bodyPr/>
                    <a:lstStyle/>
                    <a:p>
                      <a:pPr algn="ctr" fontAlgn="b">
                        <a:buNone/>
                      </a:pPr>
                      <a:r>
                        <a:rPr lang="en-IN" sz="1200" u="none" strike="noStrike">
                          <a:effectLst/>
                        </a:rPr>
                        <a:t>Convener </a:t>
                      </a:r>
                      <a:endParaRPr lang="en-IN" sz="1200" b="1" i="0" u="none" strike="noStrike">
                        <a:solidFill>
                          <a:srgbClr val="FFFFFF"/>
                        </a:solidFill>
                        <a:effectLst/>
                        <a:latin typeface="Aptos Narrow" panose="020B0004020202020204" pitchFamily="34" charset="0"/>
                      </a:endParaRPr>
                    </a:p>
                  </a:txBody>
                  <a:tcPr marL="795" marR="795" marT="795" marB="0" anchor="b"/>
                </a:tc>
                <a:tc>
                  <a:txBody>
                    <a:bodyPr/>
                    <a:lstStyle/>
                    <a:p>
                      <a:pPr algn="ctr" fontAlgn="b">
                        <a:buNone/>
                      </a:pPr>
                      <a:r>
                        <a:rPr lang="en-IN" sz="1200" u="none" strike="noStrike">
                          <a:effectLst/>
                        </a:rPr>
                        <a:t>Member </a:t>
                      </a:r>
                      <a:endParaRPr lang="en-IN" sz="1200" b="1" i="0" u="none" strike="noStrike">
                        <a:solidFill>
                          <a:srgbClr val="FFFFFF"/>
                        </a:solidFill>
                        <a:effectLst/>
                        <a:latin typeface="Aptos Narrow" panose="020B0004020202020204" pitchFamily="34" charset="0"/>
                      </a:endParaRPr>
                    </a:p>
                  </a:txBody>
                  <a:tcPr marL="795" marR="795" marT="795" marB="0" anchor="b"/>
                </a:tc>
                <a:tc>
                  <a:txBody>
                    <a:bodyPr/>
                    <a:lstStyle/>
                    <a:p>
                      <a:pPr algn="ctr" fontAlgn="b">
                        <a:buNone/>
                      </a:pPr>
                      <a:r>
                        <a:rPr lang="en-IN" sz="1200" u="none" strike="noStrike">
                          <a:effectLst/>
                        </a:rPr>
                        <a:t>Consultant </a:t>
                      </a:r>
                      <a:endParaRPr lang="en-IN" sz="1200" b="1" i="0" u="none" strike="noStrike">
                        <a:solidFill>
                          <a:srgbClr val="FFFFFF"/>
                        </a:solidFill>
                        <a:effectLst/>
                        <a:latin typeface="Aptos Narrow" panose="020B0004020202020204" pitchFamily="34" charset="0"/>
                      </a:endParaRPr>
                    </a:p>
                  </a:txBody>
                  <a:tcPr marL="795" marR="795" marT="795" marB="0" anchor="b"/>
                </a:tc>
                <a:tc>
                  <a:txBody>
                    <a:bodyPr/>
                    <a:lstStyle/>
                    <a:p>
                      <a:pPr algn="ctr" fontAlgn="b">
                        <a:buNone/>
                      </a:pPr>
                      <a:r>
                        <a:rPr lang="en-IN" sz="1200" u="none" strike="noStrike">
                          <a:effectLst/>
                        </a:rPr>
                        <a:t>Ministry Reviewer </a:t>
                      </a:r>
                      <a:endParaRPr lang="en-IN" sz="1200" b="1" i="0" u="none" strike="noStrike">
                        <a:solidFill>
                          <a:srgbClr val="FFFFFF"/>
                        </a:solidFill>
                        <a:effectLst/>
                        <a:latin typeface="Aptos Narrow" panose="020B0004020202020204" pitchFamily="34" charset="0"/>
                      </a:endParaRPr>
                    </a:p>
                  </a:txBody>
                  <a:tcPr marL="795" marR="795" marT="795" marB="0" anchor="b"/>
                </a:tc>
                <a:extLst>
                  <a:ext uri="{0D108BD9-81ED-4DB2-BD59-A6C34878D82A}">
                    <a16:rowId xmlns:a16="http://schemas.microsoft.com/office/drawing/2014/main" val="1440201785"/>
                  </a:ext>
                </a:extLst>
              </a:tr>
              <a:tr h="535768">
                <a:tc>
                  <a:txBody>
                    <a:bodyPr/>
                    <a:lstStyle/>
                    <a:p>
                      <a:pPr algn="ctr" fontAlgn="ctr">
                        <a:buNone/>
                      </a:pPr>
                      <a:r>
                        <a:rPr lang="en-IN" sz="1200" u="none" strike="noStrike">
                          <a:effectLst/>
                        </a:rPr>
                        <a:t>Stakeholder Organization Registry</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Manage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No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795" marR="795" marT="795" marB="0" anchor="ctr"/>
                </a:tc>
                <a:extLst>
                  <a:ext uri="{0D108BD9-81ED-4DB2-BD59-A6C34878D82A}">
                    <a16:rowId xmlns:a16="http://schemas.microsoft.com/office/drawing/2014/main" val="1848084272"/>
                  </a:ext>
                </a:extLst>
              </a:tr>
              <a:tr h="535768">
                <a:tc>
                  <a:txBody>
                    <a:bodyPr/>
                    <a:lstStyle/>
                    <a:p>
                      <a:pPr algn="ctr" fontAlgn="ctr">
                        <a:buNone/>
                      </a:pPr>
                      <a:r>
                        <a:rPr lang="en-IN" sz="1200" u="none" strike="noStrike">
                          <a:effectLst/>
                        </a:rPr>
                        <a:t>Committee Charter Repository</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dirty="0">
                          <a:effectLst/>
                        </a:rPr>
                        <a:t>Full </a:t>
                      </a:r>
                      <a:endParaRPr lang="en-IN" sz="1200" b="0" i="0" u="none" strike="noStrike" dirty="0">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dirty="0">
                          <a:effectLst/>
                        </a:rPr>
                        <a:t>Manage </a:t>
                      </a:r>
                      <a:endParaRPr lang="en-IN" sz="1200" b="0" i="0" u="none" strike="noStrike" dirty="0">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Manage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dirty="0">
                          <a:effectLst/>
                        </a:rPr>
                        <a:t>View </a:t>
                      </a:r>
                      <a:endParaRPr lang="en-IN" sz="1200" b="0" i="0" u="none" strike="noStrike" dirty="0">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795" marR="795" marT="795" marB="0" anchor="ctr"/>
                </a:tc>
                <a:extLst>
                  <a:ext uri="{0D108BD9-81ED-4DB2-BD59-A6C34878D82A}">
                    <a16:rowId xmlns:a16="http://schemas.microsoft.com/office/drawing/2014/main" val="3674779053"/>
                  </a:ext>
                </a:extLst>
              </a:tr>
              <a:tr h="601447">
                <a:tc>
                  <a:txBody>
                    <a:bodyPr/>
                    <a:lstStyle/>
                    <a:p>
                      <a:pPr algn="ctr" fontAlgn="ctr">
                        <a:buNone/>
                      </a:pPr>
                      <a:r>
                        <a:rPr lang="en-IN" sz="1200" u="none" strike="noStrike">
                          <a:effectLst/>
                        </a:rPr>
                        <a:t>Committee Performance Dashboard</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dirty="0">
                          <a:effectLst/>
                        </a:rPr>
                        <a:t>Full </a:t>
                      </a:r>
                      <a:endParaRPr lang="en-IN" sz="1200" b="0" i="0" u="none" strike="noStrike" dirty="0">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Monitor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Monitor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dirty="0">
                          <a:effectLst/>
                        </a:rPr>
                        <a:t>View </a:t>
                      </a:r>
                      <a:endParaRPr lang="en-IN" sz="1200" b="0" i="0" u="none" strike="noStrike" dirty="0">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Personal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795" marR="795" marT="795" marB="0" anchor="ctr"/>
                </a:tc>
                <a:extLst>
                  <a:ext uri="{0D108BD9-81ED-4DB2-BD59-A6C34878D82A}">
                    <a16:rowId xmlns:a16="http://schemas.microsoft.com/office/drawing/2014/main" val="1653923421"/>
                  </a:ext>
                </a:extLst>
              </a:tr>
              <a:tr h="797947">
                <a:tc>
                  <a:txBody>
                    <a:bodyPr/>
                    <a:lstStyle/>
                    <a:p>
                      <a:pPr algn="ctr" fontAlgn="ctr">
                        <a:buNone/>
                      </a:pPr>
                      <a:r>
                        <a:rPr lang="en-IN" sz="1200" u="none" strike="noStrike">
                          <a:effectLst/>
                        </a:rPr>
                        <a:t>Attendance &amp; Participation Management</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dirty="0">
                          <a:effectLst/>
                        </a:rPr>
                        <a:t>Full </a:t>
                      </a:r>
                      <a:endParaRPr lang="en-IN" sz="1200" b="0" i="0" u="none" strike="noStrike" dirty="0">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Manage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dirty="0">
                          <a:effectLst/>
                        </a:rPr>
                        <a:t>Monitor </a:t>
                      </a:r>
                      <a:endParaRPr lang="en-IN" sz="1200" b="0" i="0" u="none" strike="noStrike" dirty="0">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Manage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dirty="0">
                          <a:effectLst/>
                        </a:rPr>
                        <a:t>View </a:t>
                      </a:r>
                      <a:endParaRPr lang="en-IN" sz="1200" b="0" i="0" u="none" strike="noStrike" dirty="0">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Own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795" marR="795" marT="795" marB="0" anchor="ctr"/>
                </a:tc>
                <a:extLst>
                  <a:ext uri="{0D108BD9-81ED-4DB2-BD59-A6C34878D82A}">
                    <a16:rowId xmlns:a16="http://schemas.microsoft.com/office/drawing/2014/main" val="837388435"/>
                  </a:ext>
                </a:extLst>
              </a:tr>
              <a:tr h="524360">
                <a:tc>
                  <a:txBody>
                    <a:bodyPr/>
                    <a:lstStyle/>
                    <a:p>
                      <a:pPr algn="ctr" fontAlgn="ctr">
                        <a:buNone/>
                      </a:pPr>
                      <a:r>
                        <a:rPr lang="en-IN" sz="1200" u="none" strike="noStrike">
                          <a:effectLst/>
                        </a:rPr>
                        <a:t>Committee Output Repository</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Manage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dirty="0">
                          <a:effectLst/>
                        </a:rPr>
                        <a:t>Review </a:t>
                      </a:r>
                      <a:endParaRPr lang="en-IN" sz="1200" b="0" i="0" u="none" strike="noStrike" dirty="0">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Upload/Manage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Upload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Upload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795" marR="795" marT="795" marB="0" anchor="ctr"/>
                </a:tc>
                <a:extLst>
                  <a:ext uri="{0D108BD9-81ED-4DB2-BD59-A6C34878D82A}">
                    <a16:rowId xmlns:a16="http://schemas.microsoft.com/office/drawing/2014/main" val="451758453"/>
                  </a:ext>
                </a:extLst>
              </a:tr>
              <a:tr h="535768">
                <a:tc>
                  <a:txBody>
                    <a:bodyPr/>
                    <a:lstStyle/>
                    <a:p>
                      <a:pPr algn="ctr" fontAlgn="ctr">
                        <a:buNone/>
                      </a:pPr>
                      <a:r>
                        <a:rPr lang="en-IN" sz="1200" u="none" strike="noStrike">
                          <a:effectLst/>
                        </a:rPr>
                        <a:t>Correspondence Workspace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Manage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Monitor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Manage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Participate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Participate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Participate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795" marR="795" marT="795" marB="0" anchor="ctr"/>
                </a:tc>
                <a:extLst>
                  <a:ext uri="{0D108BD9-81ED-4DB2-BD59-A6C34878D82A}">
                    <a16:rowId xmlns:a16="http://schemas.microsoft.com/office/drawing/2014/main" val="1042871210"/>
                  </a:ext>
                </a:extLst>
              </a:tr>
              <a:tr h="535768">
                <a:tc>
                  <a:txBody>
                    <a:bodyPr/>
                    <a:lstStyle/>
                    <a:p>
                      <a:pPr algn="ctr" fontAlgn="ctr">
                        <a:buNone/>
                      </a:pPr>
                      <a:r>
                        <a:rPr lang="en-IN" sz="1200" u="none" strike="noStrike">
                          <a:effectLst/>
                        </a:rPr>
                        <a:t>Submission Tracker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Manage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Monitor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Manage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Assigned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Assigned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795" marR="795" marT="795" marB="0" anchor="ctr"/>
                </a:tc>
                <a:extLst>
                  <a:ext uri="{0D108BD9-81ED-4DB2-BD59-A6C34878D82A}">
                    <a16:rowId xmlns:a16="http://schemas.microsoft.com/office/drawing/2014/main" val="2296512663"/>
                  </a:ext>
                </a:extLst>
              </a:tr>
              <a:tr h="524360">
                <a:tc>
                  <a:txBody>
                    <a:bodyPr/>
                    <a:lstStyle/>
                    <a:p>
                      <a:pPr algn="ctr" fontAlgn="ctr">
                        <a:buNone/>
                      </a:pPr>
                      <a:r>
                        <a:rPr lang="en-IN" sz="1200" u="none" strike="noStrike">
                          <a:effectLst/>
                        </a:rPr>
                        <a:t>Regulatory Follow-Up Tracking</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Manage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Monitor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Monitor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Update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Update Assigned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Update Assigned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795" marR="795" marT="795" marB="0" anchor="ctr"/>
                </a:tc>
                <a:extLst>
                  <a:ext uri="{0D108BD9-81ED-4DB2-BD59-A6C34878D82A}">
                    <a16:rowId xmlns:a16="http://schemas.microsoft.com/office/drawing/2014/main" val="1456967649"/>
                  </a:ext>
                </a:extLst>
              </a:tr>
              <a:tr h="375374">
                <a:tc>
                  <a:txBody>
                    <a:bodyPr/>
                    <a:lstStyle/>
                    <a:p>
                      <a:pPr algn="ctr" fontAlgn="ctr">
                        <a:buNone/>
                      </a:pPr>
                      <a:r>
                        <a:rPr lang="en-IN" sz="1200" u="none" strike="noStrike">
                          <a:effectLst/>
                        </a:rPr>
                        <a:t>Readiness Dashboard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Full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Monitor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Personal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795" marR="795" marT="795" marB="0" anchor="ctr"/>
                </a:tc>
                <a:tc>
                  <a:txBody>
                    <a:bodyPr/>
                    <a:lstStyle/>
                    <a:p>
                      <a:pPr algn="ctr" fontAlgn="ctr">
                        <a:buNone/>
                      </a:pPr>
                      <a:r>
                        <a:rPr lang="en-IN" sz="1200" u="none" strike="noStrike" dirty="0">
                          <a:effectLst/>
                        </a:rPr>
                        <a:t>Review </a:t>
                      </a:r>
                      <a:endParaRPr lang="en-IN" sz="1200" b="0" i="0" u="none" strike="noStrike" dirty="0">
                        <a:solidFill>
                          <a:srgbClr val="000000"/>
                        </a:solidFill>
                        <a:effectLst/>
                        <a:latin typeface="Arial" panose="020B0604020202020204" pitchFamily="34" charset="0"/>
                      </a:endParaRPr>
                    </a:p>
                  </a:txBody>
                  <a:tcPr marL="795" marR="795" marT="795" marB="0" anchor="ctr"/>
                </a:tc>
                <a:extLst>
                  <a:ext uri="{0D108BD9-81ED-4DB2-BD59-A6C34878D82A}">
                    <a16:rowId xmlns:a16="http://schemas.microsoft.com/office/drawing/2014/main" val="148112629"/>
                  </a:ext>
                </a:extLst>
              </a:tr>
            </a:tbl>
          </a:graphicData>
        </a:graphic>
      </p:graphicFrame>
    </p:spTree>
    <p:extLst>
      <p:ext uri="{BB962C8B-B14F-4D97-AF65-F5344CB8AC3E}">
        <p14:creationId xmlns:p14="http://schemas.microsoft.com/office/powerpoint/2010/main" val="129339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69E9C-7D90-F2BF-2F96-55A8B30B58A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25CA398-36CA-05C8-A566-248425DDCF66}"/>
              </a:ext>
            </a:extLst>
          </p:cNvPr>
          <p:cNvSpPr txBox="1">
            <a:spLocks noGrp="1"/>
          </p:cNvSpPr>
          <p:nvPr>
            <p:ph type="body" sz="quarter" idx="10"/>
          </p:nvPr>
        </p:nvSpPr>
        <p:spPr>
          <a:xfrm>
            <a:off x="502787" y="3884631"/>
            <a:ext cx="6979681" cy="828329"/>
          </a:xfrm>
        </p:spPr>
        <p:txBody>
          <a:bodyPr vert="horz" lIns="0" tIns="12065" rIns="0" bIns="0" rtlCol="0">
            <a:noAutofit/>
          </a:bodyPr>
          <a:lstStyle/>
          <a:p>
            <a:pPr marL="12700">
              <a:spcBef>
                <a:spcPts val="95"/>
              </a:spcBef>
            </a:pPr>
            <a:r>
              <a:rPr lang="en-US" dirty="0"/>
              <a:t>F. Roles and Permission Matrix</a:t>
            </a:r>
          </a:p>
        </p:txBody>
      </p:sp>
    </p:spTree>
    <p:extLst>
      <p:ext uri="{BB962C8B-B14F-4D97-AF65-F5344CB8AC3E}">
        <p14:creationId xmlns:p14="http://schemas.microsoft.com/office/powerpoint/2010/main" val="2242789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C8B94BF-897B-38B1-74C1-26A0FEB5FDBF}"/>
              </a:ext>
            </a:extLst>
          </p:cNvPr>
          <p:cNvGraphicFramePr>
            <a:graphicFrameLocks noGrp="1"/>
          </p:cNvGraphicFramePr>
          <p:nvPr>
            <p:extLst>
              <p:ext uri="{D42A27DB-BD31-4B8C-83A1-F6EECF244321}">
                <p14:modId xmlns:p14="http://schemas.microsoft.com/office/powerpoint/2010/main" val="4093821754"/>
              </p:ext>
            </p:extLst>
          </p:nvPr>
        </p:nvGraphicFramePr>
        <p:xfrm>
          <a:off x="771895" y="1187533"/>
          <a:ext cx="10623986" cy="5281505"/>
        </p:xfrm>
        <a:graphic>
          <a:graphicData uri="http://schemas.openxmlformats.org/drawingml/2006/table">
            <a:tbl>
              <a:tblPr firstRow="1">
                <a:tableStyleId>{21E4AEA4-8DFA-4A89-87EB-49C32662AFE0}</a:tableStyleId>
              </a:tblPr>
              <a:tblGrid>
                <a:gridCol w="1638050">
                  <a:extLst>
                    <a:ext uri="{9D8B030D-6E8A-4147-A177-3AD203B41FA5}">
                      <a16:colId xmlns:a16="http://schemas.microsoft.com/office/drawing/2014/main" val="907214797"/>
                    </a:ext>
                  </a:extLst>
                </a:gridCol>
                <a:gridCol w="1123242">
                  <a:extLst>
                    <a:ext uri="{9D8B030D-6E8A-4147-A177-3AD203B41FA5}">
                      <a16:colId xmlns:a16="http://schemas.microsoft.com/office/drawing/2014/main" val="159607019"/>
                    </a:ext>
                  </a:extLst>
                </a:gridCol>
                <a:gridCol w="1123242">
                  <a:extLst>
                    <a:ext uri="{9D8B030D-6E8A-4147-A177-3AD203B41FA5}">
                      <a16:colId xmlns:a16="http://schemas.microsoft.com/office/drawing/2014/main" val="1048296298"/>
                    </a:ext>
                  </a:extLst>
                </a:gridCol>
                <a:gridCol w="1123242">
                  <a:extLst>
                    <a:ext uri="{9D8B030D-6E8A-4147-A177-3AD203B41FA5}">
                      <a16:colId xmlns:a16="http://schemas.microsoft.com/office/drawing/2014/main" val="3044742101"/>
                    </a:ext>
                  </a:extLst>
                </a:gridCol>
                <a:gridCol w="1123242">
                  <a:extLst>
                    <a:ext uri="{9D8B030D-6E8A-4147-A177-3AD203B41FA5}">
                      <a16:colId xmlns:a16="http://schemas.microsoft.com/office/drawing/2014/main" val="3267186103"/>
                    </a:ext>
                  </a:extLst>
                </a:gridCol>
                <a:gridCol w="1123242">
                  <a:extLst>
                    <a:ext uri="{9D8B030D-6E8A-4147-A177-3AD203B41FA5}">
                      <a16:colId xmlns:a16="http://schemas.microsoft.com/office/drawing/2014/main" val="4116651219"/>
                    </a:ext>
                  </a:extLst>
                </a:gridCol>
                <a:gridCol w="1123242">
                  <a:extLst>
                    <a:ext uri="{9D8B030D-6E8A-4147-A177-3AD203B41FA5}">
                      <a16:colId xmlns:a16="http://schemas.microsoft.com/office/drawing/2014/main" val="1488249730"/>
                    </a:ext>
                  </a:extLst>
                </a:gridCol>
                <a:gridCol w="1123242">
                  <a:extLst>
                    <a:ext uri="{9D8B030D-6E8A-4147-A177-3AD203B41FA5}">
                      <a16:colId xmlns:a16="http://schemas.microsoft.com/office/drawing/2014/main" val="1374928429"/>
                    </a:ext>
                  </a:extLst>
                </a:gridCol>
                <a:gridCol w="1123242">
                  <a:extLst>
                    <a:ext uri="{9D8B030D-6E8A-4147-A177-3AD203B41FA5}">
                      <a16:colId xmlns:a16="http://schemas.microsoft.com/office/drawing/2014/main" val="562748054"/>
                    </a:ext>
                  </a:extLst>
                </a:gridCol>
              </a:tblGrid>
              <a:tr h="411095">
                <a:tc>
                  <a:txBody>
                    <a:bodyPr/>
                    <a:lstStyle/>
                    <a:p>
                      <a:pPr algn="ctr" fontAlgn="ctr">
                        <a:buNone/>
                      </a:pPr>
                      <a:r>
                        <a:rPr lang="en-IN" sz="1200" u="none" strike="noStrike">
                          <a:effectLst/>
                        </a:rPr>
                        <a:t>Permission </a:t>
                      </a:r>
                      <a:endParaRPr lang="en-IN" sz="1200" b="1" i="0" u="none" strike="noStrike">
                        <a:solidFill>
                          <a:srgbClr val="FFFFFF"/>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Super User </a:t>
                      </a:r>
                      <a:endParaRPr lang="en-IN" sz="1200" b="1" i="0" u="none" strike="noStrike">
                        <a:solidFill>
                          <a:srgbClr val="FFFFFF"/>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Admin </a:t>
                      </a:r>
                      <a:endParaRPr lang="en-IN" sz="1200" b="1" i="0" u="none" strike="noStrike">
                        <a:solidFill>
                          <a:srgbClr val="FFFFFF"/>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Leader </a:t>
                      </a:r>
                      <a:endParaRPr lang="en-IN" sz="1200" b="1" i="0" u="none" strike="noStrike">
                        <a:solidFill>
                          <a:srgbClr val="FFFFFF"/>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Coordinator </a:t>
                      </a:r>
                      <a:endParaRPr lang="en-IN" sz="1200" b="1" i="0" u="none" strike="noStrike">
                        <a:solidFill>
                          <a:srgbClr val="FFFFFF"/>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Convener </a:t>
                      </a:r>
                      <a:endParaRPr lang="en-IN" sz="1200" b="1" i="0" u="none" strike="noStrike">
                        <a:solidFill>
                          <a:srgbClr val="FFFFFF"/>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Member </a:t>
                      </a:r>
                      <a:endParaRPr lang="en-IN" sz="1200" b="1" i="0" u="none" strike="noStrike">
                        <a:solidFill>
                          <a:srgbClr val="FFFFFF"/>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Consultant </a:t>
                      </a:r>
                      <a:endParaRPr lang="en-IN" sz="1200" b="1" i="0" u="none" strike="noStrike">
                        <a:solidFill>
                          <a:srgbClr val="FFFFFF"/>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Ministry Reviewer </a:t>
                      </a:r>
                      <a:endParaRPr lang="en-IN" sz="1200" b="1" i="0" u="none" strike="noStrike">
                        <a:solidFill>
                          <a:srgbClr val="FFFFFF"/>
                        </a:solidFill>
                        <a:effectLst/>
                        <a:latin typeface="Arial" panose="020B0604020202020204" pitchFamily="34" charset="0"/>
                      </a:endParaRPr>
                    </a:p>
                  </a:txBody>
                  <a:tcPr marL="661" marR="661" marT="661" marB="0" anchor="ctr"/>
                </a:tc>
                <a:extLst>
                  <a:ext uri="{0D108BD9-81ED-4DB2-BD59-A6C34878D82A}">
                    <a16:rowId xmlns:a16="http://schemas.microsoft.com/office/drawing/2014/main" val="3309042044"/>
                  </a:ext>
                </a:extLst>
              </a:tr>
              <a:tr h="342421">
                <a:tc>
                  <a:txBody>
                    <a:bodyPr/>
                    <a:lstStyle/>
                    <a:p>
                      <a:pPr algn="ctr" fontAlgn="ctr">
                        <a:buNone/>
                      </a:pPr>
                      <a:r>
                        <a:rPr lang="en-IN" sz="1200" u="none" strike="noStrike">
                          <a:effectLst/>
                        </a:rPr>
                        <a:t>Create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Limited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Limited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Limited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extLst>
                  <a:ext uri="{0D108BD9-81ED-4DB2-BD59-A6C34878D82A}">
                    <a16:rowId xmlns:a16="http://schemas.microsoft.com/office/drawing/2014/main" val="199250089"/>
                  </a:ext>
                </a:extLst>
              </a:tr>
              <a:tr h="342421">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15869"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extLst>
                  <a:ext uri="{0D108BD9-81ED-4DB2-BD59-A6C34878D82A}">
                    <a16:rowId xmlns:a16="http://schemas.microsoft.com/office/drawing/2014/main" val="1890641720"/>
                  </a:ext>
                </a:extLst>
              </a:tr>
              <a:tr h="342421">
                <a:tc rowSpan="2">
                  <a:txBody>
                    <a:bodyPr/>
                    <a:lstStyle/>
                    <a:p>
                      <a:pPr algn="ctr" fontAlgn="ctr">
                        <a:buNone/>
                      </a:pPr>
                      <a:r>
                        <a:rPr lang="en-IN" sz="1200" u="none" strike="noStrike">
                          <a:effectLst/>
                        </a:rPr>
                        <a:t>Edit </a:t>
                      </a:r>
                      <a:endParaRPr lang="en-IN" sz="1200" b="0" i="0" u="none" strike="noStrike">
                        <a:solidFill>
                          <a:srgbClr val="000000"/>
                        </a:solidFill>
                        <a:effectLst/>
                        <a:latin typeface="Arial" panose="020B0604020202020204" pitchFamily="34" charset="0"/>
                      </a:endParaRPr>
                    </a:p>
                  </a:txBody>
                  <a:tcPr marL="661" marR="661" marT="661" marB="0" anchor="ctr"/>
                </a:tc>
                <a:tc rowSpan="2">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rowSpan="2">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rowSpan="2">
                  <a:txBody>
                    <a:bodyPr/>
                    <a:lstStyle/>
                    <a:p>
                      <a:pPr algn="ctr" fontAlgn="ctr">
                        <a:buNone/>
                      </a:pPr>
                      <a:r>
                        <a:rPr lang="en-IN" sz="1200" u="none" strike="noStrike" dirty="0">
                          <a:effectLst/>
                        </a:rPr>
                        <a:t>Limited </a:t>
                      </a:r>
                      <a:endParaRPr lang="en-IN" sz="1200" b="0" i="0" u="none" strike="noStrike" dirty="0">
                        <a:solidFill>
                          <a:srgbClr val="000000"/>
                        </a:solidFill>
                        <a:effectLst/>
                        <a:latin typeface="Arial" panose="020B0604020202020204" pitchFamily="34" charset="0"/>
                      </a:endParaRPr>
                    </a:p>
                  </a:txBody>
                  <a:tcPr marL="661" marR="661" marT="661" marB="0" anchor="ctr"/>
                </a:tc>
                <a:tc rowSpan="2">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rowSpan="2">
                  <a:txBody>
                    <a:bodyPr/>
                    <a:lstStyle/>
                    <a:p>
                      <a:pPr algn="ctr" fontAlgn="ctr">
                        <a:buNone/>
                      </a:pPr>
                      <a:r>
                        <a:rPr lang="en-IN" sz="1200" u="none" strike="noStrike">
                          <a:effectLst/>
                        </a:rPr>
                        <a:t>Limited </a:t>
                      </a:r>
                      <a:endParaRPr lang="en-IN" sz="1200" b="0" i="0" u="none" strike="noStrike">
                        <a:solidFill>
                          <a:srgbClr val="000000"/>
                        </a:solidFill>
                        <a:effectLst/>
                        <a:latin typeface="Arial" panose="020B0604020202020204" pitchFamily="34" charset="0"/>
                      </a:endParaRPr>
                    </a:p>
                  </a:txBody>
                  <a:tcPr marL="661" marR="661" marT="661" marB="0" anchor="ctr"/>
                </a:tc>
                <a:tc rowSpan="2">
                  <a:txBody>
                    <a:bodyPr/>
                    <a:lstStyle/>
                    <a:p>
                      <a:pPr algn="ctr" fontAlgn="ctr">
                        <a:buNone/>
                      </a:pPr>
                      <a:r>
                        <a:rPr lang="en-IN" sz="1200" u="none" strike="noStrike">
                          <a:effectLst/>
                        </a:rPr>
                        <a:t>    Own </a:t>
                      </a:r>
                      <a:endParaRPr lang="en-IN" sz="1200" b="0" i="0" u="none" strike="noStrike">
                        <a:solidFill>
                          <a:srgbClr val="000000"/>
                        </a:solidFill>
                        <a:effectLst/>
                        <a:latin typeface="Arial" panose="020B0604020202020204" pitchFamily="34" charset="0"/>
                      </a:endParaRPr>
                    </a:p>
                  </a:txBody>
                  <a:tcPr marL="661" marR="661" marT="661" marB="0" anchor="ctr"/>
                </a:tc>
                <a:tc rowSpan="2">
                  <a:txBody>
                    <a:bodyPr/>
                    <a:lstStyle/>
                    <a:p>
                      <a:pPr algn="ctr" fontAlgn="ctr">
                        <a:buNone/>
                      </a:pPr>
                      <a:r>
                        <a:rPr lang="en-IN" sz="1200" u="none" strike="noStrike">
                          <a:effectLst/>
                        </a:rPr>
                        <a:t>  Assigned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Comment </a:t>
                      </a:r>
                      <a:endParaRPr lang="en-IN" sz="1200" b="0" i="0" u="none" strike="noStrike">
                        <a:solidFill>
                          <a:srgbClr val="000000"/>
                        </a:solidFill>
                        <a:effectLst/>
                        <a:latin typeface="Arial" panose="020B0604020202020204" pitchFamily="34" charset="0"/>
                      </a:endParaRPr>
                    </a:p>
                  </a:txBody>
                  <a:tcPr marL="661" marR="661" marT="661" marB="0" anchor="ctr"/>
                </a:tc>
                <a:extLst>
                  <a:ext uri="{0D108BD9-81ED-4DB2-BD59-A6C34878D82A}">
                    <a16:rowId xmlns:a16="http://schemas.microsoft.com/office/drawing/2014/main" val="2806607051"/>
                  </a:ext>
                </a:extLst>
              </a:tr>
              <a:tr h="342421">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fontAlgn="ctr">
                        <a:buNone/>
                      </a:pPr>
                      <a:r>
                        <a:rPr lang="en-IN" sz="1200" u="none" strike="noStrike">
                          <a:effectLst/>
                        </a:rPr>
                        <a:t>Only </a:t>
                      </a:r>
                      <a:endParaRPr lang="en-IN" sz="1200" b="0" i="0" u="none" strike="noStrike">
                        <a:solidFill>
                          <a:srgbClr val="000000"/>
                        </a:solidFill>
                        <a:effectLst/>
                        <a:latin typeface="Arial" panose="020B0604020202020204" pitchFamily="34" charset="0"/>
                      </a:endParaRPr>
                    </a:p>
                  </a:txBody>
                  <a:tcPr marL="661" marR="661" marT="661" marB="0" anchor="ctr"/>
                </a:tc>
                <a:extLst>
                  <a:ext uri="{0D108BD9-81ED-4DB2-BD59-A6C34878D82A}">
                    <a16:rowId xmlns:a16="http://schemas.microsoft.com/office/drawing/2014/main" val="2895691240"/>
                  </a:ext>
                </a:extLst>
              </a:tr>
              <a:tr h="342421">
                <a:tc>
                  <a:txBody>
                    <a:bodyPr/>
                    <a:lstStyle/>
                    <a:p>
                      <a:pPr algn="ctr" fontAlgn="ctr">
                        <a:buNone/>
                      </a:pPr>
                      <a:r>
                        <a:rPr lang="en-IN" sz="1200" u="none" strike="noStrike">
                          <a:effectLst/>
                        </a:rPr>
                        <a:t>Delete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Limited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15869"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extLst>
                  <a:ext uri="{0D108BD9-81ED-4DB2-BD59-A6C34878D82A}">
                    <a16:rowId xmlns:a16="http://schemas.microsoft.com/office/drawing/2014/main" val="1491169375"/>
                  </a:ext>
                </a:extLst>
              </a:tr>
              <a:tr h="408327">
                <a:tc>
                  <a:txBody>
                    <a:bodyPr/>
                    <a:lstStyle/>
                    <a:p>
                      <a:pPr algn="ctr" fontAlgn="ctr">
                        <a:buNone/>
                      </a:pPr>
                      <a:r>
                        <a:rPr lang="en-IN" sz="1200" u="none" strike="noStrike">
                          <a:effectLst/>
                        </a:rPr>
                        <a:t>Approve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Limited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Recommend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Recommend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Review </a:t>
                      </a:r>
                      <a:endParaRPr lang="en-IN" sz="1200" b="0" i="0" u="none" strike="noStrike">
                        <a:solidFill>
                          <a:srgbClr val="000000"/>
                        </a:solidFill>
                        <a:effectLst/>
                        <a:latin typeface="Arial" panose="020B0604020202020204" pitchFamily="34" charset="0"/>
                      </a:endParaRPr>
                    </a:p>
                  </a:txBody>
                  <a:tcPr marL="661" marR="661" marT="661" marB="0" anchor="ctr"/>
                </a:tc>
                <a:extLst>
                  <a:ext uri="{0D108BD9-81ED-4DB2-BD59-A6C34878D82A}">
                    <a16:rowId xmlns:a16="http://schemas.microsoft.com/office/drawing/2014/main" val="1183239466"/>
                  </a:ext>
                </a:extLst>
              </a:tr>
              <a:tr h="342421">
                <a:tc>
                  <a:txBody>
                    <a:bodyPr/>
                    <a:lstStyle/>
                    <a:p>
                      <a:pPr algn="ctr" fontAlgn="ctr">
                        <a:buNone/>
                      </a:pPr>
                      <a:r>
                        <a:rPr lang="en-IN" sz="1200" u="none" strike="noStrike">
                          <a:effectLst/>
                        </a:rPr>
                        <a:t>Assign Tasks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dirty="0">
                          <a:effectLst/>
                        </a:rPr>
                        <a:t>✓ </a:t>
                      </a:r>
                      <a:endParaRPr lang="en-IN" sz="1200" b="0" i="0" u="none" strike="noStrike" dirty="0">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Limited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extLst>
                  <a:ext uri="{0D108BD9-81ED-4DB2-BD59-A6C34878D82A}">
                    <a16:rowId xmlns:a16="http://schemas.microsoft.com/office/drawing/2014/main" val="245122220"/>
                  </a:ext>
                </a:extLst>
              </a:tr>
              <a:tr h="408327">
                <a:tc>
                  <a:txBody>
                    <a:bodyPr/>
                    <a:lstStyle/>
                    <a:p>
                      <a:pPr algn="ctr" fontAlgn="ctr">
                        <a:buNone/>
                      </a:pPr>
                      <a:r>
                        <a:rPr lang="en-IN" sz="1200" u="none" strike="noStrike">
                          <a:effectLst/>
                        </a:rPr>
                        <a:t>Generate Reports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Assigned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Assigned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Personal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dirty="0">
                          <a:effectLst/>
                        </a:rPr>
                        <a:t>  Assigned </a:t>
                      </a:r>
                      <a:endParaRPr lang="en-IN" sz="1200" b="0" i="0" u="none" strike="noStrike" dirty="0">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Review </a:t>
                      </a:r>
                      <a:endParaRPr lang="en-IN" sz="1200" b="0" i="0" u="none" strike="noStrike">
                        <a:solidFill>
                          <a:srgbClr val="000000"/>
                        </a:solidFill>
                        <a:effectLst/>
                        <a:latin typeface="Arial" panose="020B0604020202020204" pitchFamily="34" charset="0"/>
                      </a:endParaRPr>
                    </a:p>
                  </a:txBody>
                  <a:tcPr marL="661" marR="661" marT="661" marB="0" anchor="ctr"/>
                </a:tc>
                <a:extLst>
                  <a:ext uri="{0D108BD9-81ED-4DB2-BD59-A6C34878D82A}">
                    <a16:rowId xmlns:a16="http://schemas.microsoft.com/office/drawing/2014/main" val="891839344"/>
                  </a:ext>
                </a:extLst>
              </a:tr>
              <a:tr h="408327">
                <a:tc>
                  <a:txBody>
                    <a:bodyPr/>
                    <a:lstStyle/>
                    <a:p>
                      <a:pPr algn="ctr" fontAlgn="ctr">
                        <a:buNone/>
                      </a:pPr>
                      <a:r>
                        <a:rPr lang="en-IN" sz="1200" u="none" strike="noStrike">
                          <a:effectLst/>
                        </a:rPr>
                        <a:t>Configure System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Limited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15869"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extLst>
                  <a:ext uri="{0D108BD9-81ED-4DB2-BD59-A6C34878D82A}">
                    <a16:rowId xmlns:a16="http://schemas.microsoft.com/office/drawing/2014/main" val="3911511082"/>
                  </a:ext>
                </a:extLst>
              </a:tr>
              <a:tr h="571661">
                <a:tc>
                  <a:txBody>
                    <a:bodyPr/>
                    <a:lstStyle/>
                    <a:p>
                      <a:pPr algn="ctr" fontAlgn="ctr">
                        <a:buNone/>
                      </a:pPr>
                      <a:r>
                        <a:rPr lang="en-IN" sz="1200" u="none" strike="noStrike">
                          <a:effectLst/>
                        </a:rPr>
                        <a:t>Manage Committee Membership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dirty="0">
                          <a:effectLst/>
                        </a:rPr>
                        <a:t>Approve </a:t>
                      </a:r>
                      <a:endParaRPr lang="en-IN" sz="1200" b="0" i="0" u="none" strike="noStrike" dirty="0">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Update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Recommend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extLst>
                  <a:ext uri="{0D108BD9-81ED-4DB2-BD59-A6C34878D82A}">
                    <a16:rowId xmlns:a16="http://schemas.microsoft.com/office/drawing/2014/main" val="4010254794"/>
                  </a:ext>
                </a:extLst>
              </a:tr>
              <a:tr h="411095">
                <a:tc>
                  <a:txBody>
                    <a:bodyPr/>
                    <a:lstStyle/>
                    <a:p>
                      <a:pPr algn="ctr" fontAlgn="ctr">
                        <a:buNone/>
                      </a:pPr>
                      <a:r>
                        <a:rPr lang="en-IN" sz="1200" u="none" strike="noStrike">
                          <a:effectLst/>
                        </a:rPr>
                        <a:t>Approve External Experts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Process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Recommend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Recommend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extLst>
                  <a:ext uri="{0D108BD9-81ED-4DB2-BD59-A6C34878D82A}">
                    <a16:rowId xmlns:a16="http://schemas.microsoft.com/office/drawing/2014/main" val="318298318"/>
                  </a:ext>
                </a:extLst>
              </a:tr>
              <a:tr h="608147">
                <a:tc>
                  <a:txBody>
                    <a:bodyPr/>
                    <a:lstStyle/>
                    <a:p>
                      <a:pPr algn="ctr" fontAlgn="ctr">
                        <a:buNone/>
                      </a:pPr>
                      <a:r>
                        <a:rPr lang="en-IN" sz="1200" u="none" strike="noStrike">
                          <a:effectLst/>
                        </a:rPr>
                        <a:t>Delegate Approval Authority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Configure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Recommend </a:t>
                      </a:r>
                      <a:endParaRPr lang="en-IN" sz="1200" b="0" i="0" u="none" strike="noStrike">
                        <a:solidFill>
                          <a:srgbClr val="000000"/>
                        </a:solidFill>
                        <a:effectLst/>
                        <a:latin typeface="Arial" panose="020B0604020202020204"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661" marR="661" marT="661" marB="0" anchor="ctr"/>
                </a:tc>
                <a:tc>
                  <a:txBody>
                    <a:bodyPr/>
                    <a:lstStyle/>
                    <a:p>
                      <a:pPr algn="ctr" fontAlgn="ctr">
                        <a:buNone/>
                      </a:pPr>
                      <a:r>
                        <a:rPr lang="en-IN" sz="1200" u="none" strike="noStrike" dirty="0">
                          <a:effectLst/>
                        </a:rPr>
                        <a:t>✗ </a:t>
                      </a:r>
                      <a:endParaRPr lang="en-IN" sz="1200" b="0" i="0" u="none" strike="noStrike" dirty="0">
                        <a:solidFill>
                          <a:srgbClr val="000000"/>
                        </a:solidFill>
                        <a:effectLst/>
                        <a:latin typeface="Segoe UI Symbol" panose="020B0502040204020203" pitchFamily="34" charset="0"/>
                      </a:endParaRPr>
                    </a:p>
                  </a:txBody>
                  <a:tcPr marL="661" marR="661" marT="661" marB="0" anchor="ctr"/>
                </a:tc>
                <a:extLst>
                  <a:ext uri="{0D108BD9-81ED-4DB2-BD59-A6C34878D82A}">
                    <a16:rowId xmlns:a16="http://schemas.microsoft.com/office/drawing/2014/main" val="1495909421"/>
                  </a:ext>
                </a:extLst>
              </a:tr>
            </a:tbl>
          </a:graphicData>
        </a:graphic>
      </p:graphicFrame>
      <p:sp>
        <p:nvSpPr>
          <p:cNvPr id="4" name="Text Placeholder 2">
            <a:extLst>
              <a:ext uri="{FF2B5EF4-FFF2-40B4-BE49-F238E27FC236}">
                <a16:creationId xmlns:a16="http://schemas.microsoft.com/office/drawing/2014/main" id="{6B674FCA-CEF6-E2F6-47F7-CF9185483915}"/>
              </a:ext>
            </a:extLst>
          </p:cNvPr>
          <p:cNvSpPr txBox="1">
            <a:spLocks/>
          </p:cNvSpPr>
          <p:nvPr/>
        </p:nvSpPr>
        <p:spPr>
          <a:xfrm>
            <a:off x="469900" y="584278"/>
            <a:ext cx="11252200" cy="757255"/>
          </a:xfrm>
          <a:prstGeom prst="rect">
            <a:avLst/>
          </a:prstGeom>
        </p:spPr>
        <p:txBody>
          <a:bodyPr/>
          <a:lstStyle>
            <a:lvl1pPr marL="0" indent="0" algn="l" defTabSz="342991" rtl="0" eaLnBrk="1" latinLnBrk="0" hangingPunct="1">
              <a:spcBef>
                <a:spcPct val="20000"/>
              </a:spcBef>
              <a:buFont typeface="Arial" panose="020B0604020202020204" pitchFamily="34" charset="0"/>
              <a:buNone/>
              <a:defRPr sz="1400" kern="1200">
                <a:solidFill>
                  <a:schemeClr val="tx2">
                    <a:lumMod val="75000"/>
                  </a:schemeClr>
                </a:solidFill>
                <a:latin typeface="+mj-lt"/>
                <a:ea typeface="Proxima Nova" charset="0"/>
                <a:cs typeface="Proxima Nova" charset="0"/>
              </a:defRPr>
            </a:lvl1pPr>
            <a:lvl2pPr marL="685891" indent="-342900" algn="l" defTabSz="342991" rtl="0" eaLnBrk="1" latinLnBrk="0" hangingPunct="1">
              <a:spcBef>
                <a:spcPct val="20000"/>
              </a:spcBef>
              <a:buFont typeface="Courier New" panose="02070309020205020404" pitchFamily="49" charset="0"/>
              <a:buChar char="o"/>
              <a:defRPr sz="1400" kern="1200">
                <a:solidFill>
                  <a:schemeClr val="tx2">
                    <a:lumMod val="75000"/>
                  </a:schemeClr>
                </a:solidFill>
                <a:latin typeface="Proxima Nova" charset="0"/>
                <a:ea typeface="Proxima Nova" charset="0"/>
                <a:cs typeface="Proxima Nova" charset="0"/>
              </a:defRPr>
            </a:lvl2pPr>
            <a:lvl3pPr marL="971733" indent="-285750" algn="l" defTabSz="342991" rtl="0" eaLnBrk="1" latinLnBrk="0" hangingPunct="1">
              <a:spcBef>
                <a:spcPct val="20000"/>
              </a:spcBef>
              <a:buFontTx/>
              <a:buChar char="–"/>
              <a:defRPr sz="1400" kern="1200">
                <a:solidFill>
                  <a:schemeClr val="tx2">
                    <a:lumMod val="75000"/>
                  </a:schemeClr>
                </a:solidFill>
                <a:latin typeface="Proxima Nova" charset="0"/>
                <a:ea typeface="Proxima Nova" charset="0"/>
                <a:cs typeface="Proxima Nova" charset="0"/>
              </a:defRPr>
            </a:lvl3pPr>
            <a:lvl4pPr marL="1314724"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4pPr>
            <a:lvl5pPr marL="1657716" indent="-285750" algn="l" defTabSz="342991" rtl="0" eaLnBrk="1" latinLnBrk="0" hangingPunct="1">
              <a:spcBef>
                <a:spcPct val="20000"/>
              </a:spcBef>
              <a:buFont typeface="Wingdings" panose="05000000000000000000" pitchFamily="2" charset="2"/>
              <a:buChar char="§"/>
              <a:defRPr sz="1400" kern="1200">
                <a:solidFill>
                  <a:schemeClr val="tx2">
                    <a:lumMod val="75000"/>
                  </a:schemeClr>
                </a:solidFill>
                <a:latin typeface="Proxima Nova" charset="0"/>
                <a:ea typeface="Proxima Nova" charset="0"/>
                <a:cs typeface="Proxima Nova" charset="0"/>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a:lstStyle>
          <a:p>
            <a:r>
              <a:rPr lang="en-US" sz="3200" b="1" dirty="0"/>
              <a:t>Roles and Permission Matrix</a:t>
            </a:r>
          </a:p>
        </p:txBody>
      </p:sp>
    </p:spTree>
    <p:extLst>
      <p:ext uri="{BB962C8B-B14F-4D97-AF65-F5344CB8AC3E}">
        <p14:creationId xmlns:p14="http://schemas.microsoft.com/office/powerpoint/2010/main" val="2588657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1794BD4-46DE-E4D1-1AB1-BCA6C09C65F1}"/>
              </a:ext>
            </a:extLst>
          </p:cNvPr>
          <p:cNvGraphicFramePr>
            <a:graphicFrameLocks noGrp="1"/>
          </p:cNvGraphicFramePr>
          <p:nvPr>
            <p:extLst>
              <p:ext uri="{D42A27DB-BD31-4B8C-83A1-F6EECF244321}">
                <p14:modId xmlns:p14="http://schemas.microsoft.com/office/powerpoint/2010/main" val="2766414873"/>
              </p:ext>
            </p:extLst>
          </p:nvPr>
        </p:nvGraphicFramePr>
        <p:xfrm>
          <a:off x="641445" y="1187532"/>
          <a:ext cx="10890918" cy="3157862"/>
        </p:xfrm>
        <a:graphic>
          <a:graphicData uri="http://schemas.openxmlformats.org/drawingml/2006/table">
            <a:tbl>
              <a:tblPr firstRow="1">
                <a:tableStyleId>{21E4AEA4-8DFA-4A89-87EB-49C32662AFE0}</a:tableStyleId>
              </a:tblPr>
              <a:tblGrid>
                <a:gridCol w="1679214">
                  <a:extLst>
                    <a:ext uri="{9D8B030D-6E8A-4147-A177-3AD203B41FA5}">
                      <a16:colId xmlns:a16="http://schemas.microsoft.com/office/drawing/2014/main" val="3327354900"/>
                    </a:ext>
                  </a:extLst>
                </a:gridCol>
                <a:gridCol w="1151463">
                  <a:extLst>
                    <a:ext uri="{9D8B030D-6E8A-4147-A177-3AD203B41FA5}">
                      <a16:colId xmlns:a16="http://schemas.microsoft.com/office/drawing/2014/main" val="4279252587"/>
                    </a:ext>
                  </a:extLst>
                </a:gridCol>
                <a:gridCol w="1151463">
                  <a:extLst>
                    <a:ext uri="{9D8B030D-6E8A-4147-A177-3AD203B41FA5}">
                      <a16:colId xmlns:a16="http://schemas.microsoft.com/office/drawing/2014/main" val="2260423773"/>
                    </a:ext>
                  </a:extLst>
                </a:gridCol>
                <a:gridCol w="1151463">
                  <a:extLst>
                    <a:ext uri="{9D8B030D-6E8A-4147-A177-3AD203B41FA5}">
                      <a16:colId xmlns:a16="http://schemas.microsoft.com/office/drawing/2014/main" val="3479255345"/>
                    </a:ext>
                  </a:extLst>
                </a:gridCol>
                <a:gridCol w="1151463">
                  <a:extLst>
                    <a:ext uri="{9D8B030D-6E8A-4147-A177-3AD203B41FA5}">
                      <a16:colId xmlns:a16="http://schemas.microsoft.com/office/drawing/2014/main" val="1079319755"/>
                    </a:ext>
                  </a:extLst>
                </a:gridCol>
                <a:gridCol w="1151463">
                  <a:extLst>
                    <a:ext uri="{9D8B030D-6E8A-4147-A177-3AD203B41FA5}">
                      <a16:colId xmlns:a16="http://schemas.microsoft.com/office/drawing/2014/main" val="3910299196"/>
                    </a:ext>
                  </a:extLst>
                </a:gridCol>
                <a:gridCol w="1151463">
                  <a:extLst>
                    <a:ext uri="{9D8B030D-6E8A-4147-A177-3AD203B41FA5}">
                      <a16:colId xmlns:a16="http://schemas.microsoft.com/office/drawing/2014/main" val="4052058706"/>
                    </a:ext>
                  </a:extLst>
                </a:gridCol>
                <a:gridCol w="1151463">
                  <a:extLst>
                    <a:ext uri="{9D8B030D-6E8A-4147-A177-3AD203B41FA5}">
                      <a16:colId xmlns:a16="http://schemas.microsoft.com/office/drawing/2014/main" val="3261260797"/>
                    </a:ext>
                  </a:extLst>
                </a:gridCol>
                <a:gridCol w="1151463">
                  <a:extLst>
                    <a:ext uri="{9D8B030D-6E8A-4147-A177-3AD203B41FA5}">
                      <a16:colId xmlns:a16="http://schemas.microsoft.com/office/drawing/2014/main" val="3490470330"/>
                    </a:ext>
                  </a:extLst>
                </a:gridCol>
              </a:tblGrid>
              <a:tr h="384772">
                <a:tc>
                  <a:txBody>
                    <a:bodyPr/>
                    <a:lstStyle/>
                    <a:p>
                      <a:pPr algn="ctr" fontAlgn="ctr">
                        <a:buNone/>
                      </a:pPr>
                      <a:r>
                        <a:rPr lang="en-IN" sz="1200" u="none" strike="noStrike">
                          <a:effectLst/>
                        </a:rPr>
                        <a:t>Permission </a:t>
                      </a:r>
                      <a:endParaRPr lang="en-IN" sz="1200" b="1" i="0" u="none" strike="noStrike">
                        <a:solidFill>
                          <a:srgbClr val="FFFFFF"/>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Super User </a:t>
                      </a:r>
                      <a:endParaRPr lang="en-IN" sz="1200" b="1" i="0" u="none" strike="noStrike">
                        <a:solidFill>
                          <a:srgbClr val="FFFFFF"/>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Admin </a:t>
                      </a:r>
                      <a:endParaRPr lang="en-IN" sz="1200" b="1" i="0" u="none" strike="noStrike">
                        <a:solidFill>
                          <a:srgbClr val="FFFFFF"/>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Leader </a:t>
                      </a:r>
                      <a:endParaRPr lang="en-IN" sz="1200" b="1" i="0" u="none" strike="noStrike">
                        <a:solidFill>
                          <a:srgbClr val="FFFFFF"/>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Coordinator </a:t>
                      </a:r>
                      <a:endParaRPr lang="en-IN" sz="1200" b="1" i="0" u="none" strike="noStrike">
                        <a:solidFill>
                          <a:srgbClr val="FFFFFF"/>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Convener </a:t>
                      </a:r>
                      <a:endParaRPr lang="en-IN" sz="1200" b="1" i="0" u="none" strike="noStrike">
                        <a:solidFill>
                          <a:srgbClr val="FFFFFF"/>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Member </a:t>
                      </a:r>
                      <a:endParaRPr lang="en-IN" sz="1200" b="1" i="0" u="none" strike="noStrike">
                        <a:solidFill>
                          <a:srgbClr val="FFFFFF"/>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Consultant </a:t>
                      </a:r>
                      <a:endParaRPr lang="en-IN" sz="1200" b="1" i="0" u="none" strike="noStrike">
                        <a:solidFill>
                          <a:srgbClr val="FFFFFF"/>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Ministry Reviewer </a:t>
                      </a:r>
                      <a:endParaRPr lang="en-IN" sz="1200" b="1" i="0" u="none" strike="noStrike">
                        <a:solidFill>
                          <a:srgbClr val="FFFFFF"/>
                        </a:solidFill>
                        <a:effectLst/>
                        <a:latin typeface="Arial" panose="020B0604020202020204" pitchFamily="34" charset="0"/>
                      </a:endParaRPr>
                    </a:p>
                  </a:txBody>
                  <a:tcPr marL="946" marR="946" marT="946" marB="0" anchor="ctr"/>
                </a:tc>
                <a:extLst>
                  <a:ext uri="{0D108BD9-81ED-4DB2-BD59-A6C34878D82A}">
                    <a16:rowId xmlns:a16="http://schemas.microsoft.com/office/drawing/2014/main" val="2232432962"/>
                  </a:ext>
                </a:extLst>
              </a:tr>
              <a:tr h="538684">
                <a:tc>
                  <a:txBody>
                    <a:bodyPr/>
                    <a:lstStyle/>
                    <a:p>
                      <a:pPr algn="ctr" fontAlgn="ctr">
                        <a:buNone/>
                      </a:pPr>
                      <a:r>
                        <a:rPr lang="en-IN" sz="1200" u="none" strike="noStrike">
                          <a:effectLst/>
                        </a:rPr>
                        <a:t>Manage Stakeholder Organizations</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dirty="0">
                          <a:effectLst/>
                        </a:rPr>
                        <a:t>View </a:t>
                      </a:r>
                      <a:endParaRPr lang="en-IN" sz="1200" b="0" i="0" u="none" strike="noStrike" dirty="0">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extLst>
                  <a:ext uri="{0D108BD9-81ED-4DB2-BD59-A6C34878D82A}">
                    <a16:rowId xmlns:a16="http://schemas.microsoft.com/office/drawing/2014/main" val="3289892868"/>
                  </a:ext>
                </a:extLst>
              </a:tr>
              <a:tr h="538684">
                <a:tc>
                  <a:txBody>
                    <a:bodyPr/>
                    <a:lstStyle/>
                    <a:p>
                      <a:pPr algn="ctr" fontAlgn="ctr">
                        <a:buNone/>
                      </a:pPr>
                      <a:r>
                        <a:rPr lang="en-IN" sz="1200" u="none" strike="noStrike">
                          <a:effectLst/>
                        </a:rPr>
                        <a:t>Manage Correspondence Workspaces</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Monitor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dirty="0">
                          <a:effectLst/>
                        </a:rPr>
                        <a:t>✓ </a:t>
                      </a:r>
                      <a:endParaRPr lang="en-IN" sz="1200" b="0" i="0" u="none" strike="noStrike" dirty="0">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Participate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Participate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Participate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extLst>
                  <a:ext uri="{0D108BD9-81ED-4DB2-BD59-A6C34878D82A}">
                    <a16:rowId xmlns:a16="http://schemas.microsoft.com/office/drawing/2014/main" val="3673194006"/>
                  </a:ext>
                </a:extLst>
              </a:tr>
              <a:tr h="573068">
                <a:tc>
                  <a:txBody>
                    <a:bodyPr/>
                    <a:lstStyle/>
                    <a:p>
                      <a:pPr algn="ctr" fontAlgn="ctr">
                        <a:buNone/>
                      </a:pPr>
                      <a:r>
                        <a:rPr lang="en-IN" sz="1200" u="none" strike="noStrike">
                          <a:effectLst/>
                        </a:rPr>
                        <a:t>Monitor Readiness Dashboard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dirty="0">
                          <a:effectLst/>
                        </a:rPr>
                        <a:t>✓ </a:t>
                      </a:r>
                      <a:endParaRPr lang="en-IN" sz="1200" b="0" i="0" u="none" strike="noStrike" dirty="0">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Personal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946" marR="946" marT="946" marB="0" anchor="ctr"/>
                </a:tc>
                <a:extLst>
                  <a:ext uri="{0D108BD9-81ED-4DB2-BD59-A6C34878D82A}">
                    <a16:rowId xmlns:a16="http://schemas.microsoft.com/office/drawing/2014/main" val="3465641717"/>
                  </a:ext>
                </a:extLst>
              </a:tr>
              <a:tr h="573068">
                <a:tc>
                  <a:txBody>
                    <a:bodyPr/>
                    <a:lstStyle/>
                    <a:p>
                      <a:pPr algn="ctr" fontAlgn="ctr">
                        <a:buNone/>
                      </a:pPr>
                      <a:r>
                        <a:rPr lang="en-IN" sz="1200" u="none" strike="noStrike">
                          <a:effectLst/>
                        </a:rPr>
                        <a:t>Track Regulatory Follow-up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Update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Update Own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Update Assigned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946" marR="946" marT="946" marB="0" anchor="ctr"/>
                </a:tc>
                <a:extLst>
                  <a:ext uri="{0D108BD9-81ED-4DB2-BD59-A6C34878D82A}">
                    <a16:rowId xmlns:a16="http://schemas.microsoft.com/office/drawing/2014/main" val="1605139553"/>
                  </a:ext>
                </a:extLst>
              </a:tr>
              <a:tr h="538684">
                <a:tc>
                  <a:txBody>
                    <a:bodyPr/>
                    <a:lstStyle/>
                    <a:p>
                      <a:pPr algn="ctr" fontAlgn="ctr">
                        <a:buNone/>
                      </a:pPr>
                      <a:r>
                        <a:rPr lang="en-IN" sz="1200" u="none" strike="noStrike">
                          <a:effectLst/>
                        </a:rPr>
                        <a:t>Manage Committee Charter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 </a:t>
                      </a:r>
                      <a:endParaRPr lang="en-IN" sz="1200" b="0" i="0" u="none" strike="noStrike">
                        <a:solidFill>
                          <a:srgbClr val="000000"/>
                        </a:solidFill>
                        <a:effectLst/>
                        <a:latin typeface="Segoe UI Symbol" panose="020B0502040204020203" pitchFamily="34" charset="0"/>
                      </a:endParaRPr>
                    </a:p>
                  </a:txBody>
                  <a:tcPr marL="946" marR="946" marT="946" marB="0" anchor="ctr"/>
                </a:tc>
                <a:tc>
                  <a:txBody>
                    <a:bodyPr/>
                    <a:lstStyle/>
                    <a:p>
                      <a:pPr algn="ctr" fontAlgn="ctr">
                        <a:buNone/>
                      </a:pPr>
                      <a:r>
                        <a:rPr lang="en-IN" sz="1200" u="none" strike="noStrike">
                          <a:effectLst/>
                        </a:rPr>
                        <a:t>Approve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Edit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Review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a:effectLst/>
                        </a:rPr>
                        <a:t>View </a:t>
                      </a:r>
                      <a:endParaRPr lang="en-IN" sz="1200" b="0" i="0" u="none" strike="noStrike">
                        <a:solidFill>
                          <a:srgbClr val="000000"/>
                        </a:solidFill>
                        <a:effectLst/>
                        <a:latin typeface="Arial" panose="020B0604020202020204" pitchFamily="34" charset="0"/>
                      </a:endParaRPr>
                    </a:p>
                  </a:txBody>
                  <a:tcPr marL="946" marR="946" marT="946" marB="0" anchor="ctr"/>
                </a:tc>
                <a:tc>
                  <a:txBody>
                    <a:bodyPr/>
                    <a:lstStyle/>
                    <a:p>
                      <a:pPr algn="ctr" fontAlgn="ctr">
                        <a:buNone/>
                      </a:pPr>
                      <a:r>
                        <a:rPr lang="en-IN" sz="1200" u="none" strike="noStrike" dirty="0">
                          <a:effectLst/>
                        </a:rPr>
                        <a:t>Review </a:t>
                      </a:r>
                      <a:endParaRPr lang="en-IN" sz="1200" b="0" i="0" u="none" strike="noStrike" dirty="0">
                        <a:solidFill>
                          <a:srgbClr val="000000"/>
                        </a:solidFill>
                        <a:effectLst/>
                        <a:latin typeface="Arial" panose="020B0604020202020204" pitchFamily="34" charset="0"/>
                      </a:endParaRPr>
                    </a:p>
                  </a:txBody>
                  <a:tcPr marL="946" marR="946" marT="946" marB="0" anchor="ctr"/>
                </a:tc>
                <a:extLst>
                  <a:ext uri="{0D108BD9-81ED-4DB2-BD59-A6C34878D82A}">
                    <a16:rowId xmlns:a16="http://schemas.microsoft.com/office/drawing/2014/main" val="1853078642"/>
                  </a:ext>
                </a:extLst>
              </a:tr>
            </a:tbl>
          </a:graphicData>
        </a:graphic>
      </p:graphicFrame>
    </p:spTree>
    <p:extLst>
      <p:ext uri="{BB962C8B-B14F-4D97-AF65-F5344CB8AC3E}">
        <p14:creationId xmlns:p14="http://schemas.microsoft.com/office/powerpoint/2010/main" val="2989482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87616-83E9-3EC9-4EA9-545B15E92A4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7129A40-A4FA-7D7F-C383-BB2F67789395}"/>
              </a:ext>
            </a:extLst>
          </p:cNvPr>
          <p:cNvSpPr txBox="1">
            <a:spLocks noGrp="1"/>
          </p:cNvSpPr>
          <p:nvPr>
            <p:ph type="body" sz="quarter" idx="10"/>
          </p:nvPr>
        </p:nvSpPr>
        <p:spPr>
          <a:xfrm>
            <a:off x="502787" y="3884631"/>
            <a:ext cx="6979681" cy="828329"/>
          </a:xfrm>
        </p:spPr>
        <p:txBody>
          <a:bodyPr vert="horz" lIns="0" tIns="12065" rIns="0" bIns="0" rtlCol="0">
            <a:noAutofit/>
          </a:bodyPr>
          <a:lstStyle/>
          <a:p>
            <a:pPr marL="12700">
              <a:spcBef>
                <a:spcPts val="95"/>
              </a:spcBef>
            </a:pPr>
            <a:r>
              <a:rPr lang="en-US" dirty="0"/>
              <a:t>G. Calendar</a:t>
            </a:r>
          </a:p>
        </p:txBody>
      </p:sp>
    </p:spTree>
    <p:extLst>
      <p:ext uri="{BB962C8B-B14F-4D97-AF65-F5344CB8AC3E}">
        <p14:creationId xmlns:p14="http://schemas.microsoft.com/office/powerpoint/2010/main" val="2690579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83442A-BBC8-0E5A-330D-479A150CFB45}"/>
              </a:ext>
            </a:extLst>
          </p:cNvPr>
          <p:cNvPicPr>
            <a:picLocks noChangeAspect="1"/>
          </p:cNvPicPr>
          <p:nvPr/>
        </p:nvPicPr>
        <p:blipFill>
          <a:blip r:embed="rId3"/>
          <a:stretch>
            <a:fillRect/>
          </a:stretch>
        </p:blipFill>
        <p:spPr>
          <a:xfrm>
            <a:off x="189085" y="985651"/>
            <a:ext cx="11813830" cy="5097369"/>
          </a:xfrm>
          <a:prstGeom prst="rect">
            <a:avLst/>
          </a:prstGeom>
        </p:spPr>
      </p:pic>
    </p:spTree>
    <p:extLst>
      <p:ext uri="{BB962C8B-B14F-4D97-AF65-F5344CB8AC3E}">
        <p14:creationId xmlns:p14="http://schemas.microsoft.com/office/powerpoint/2010/main" val="3340938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64AB3D-49E4-DFBC-B0F2-215225E1B4A8}"/>
              </a:ext>
            </a:extLst>
          </p:cNvPr>
          <p:cNvPicPr>
            <a:picLocks noChangeAspect="1"/>
          </p:cNvPicPr>
          <p:nvPr/>
        </p:nvPicPr>
        <p:blipFill>
          <a:blip r:embed="rId2"/>
          <a:stretch>
            <a:fillRect/>
          </a:stretch>
        </p:blipFill>
        <p:spPr>
          <a:xfrm>
            <a:off x="320633" y="816777"/>
            <a:ext cx="11639797" cy="5264729"/>
          </a:xfrm>
          <a:prstGeom prst="rect">
            <a:avLst/>
          </a:prstGeom>
        </p:spPr>
      </p:pic>
    </p:spTree>
    <p:extLst>
      <p:ext uri="{BB962C8B-B14F-4D97-AF65-F5344CB8AC3E}">
        <p14:creationId xmlns:p14="http://schemas.microsoft.com/office/powerpoint/2010/main" val="3646889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r>
              <a:rPr lang="en-US" dirty="0"/>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r>
              <a:rPr lang="en-US" dirty="0"/>
              <a:t>This material is prepared by Deloitte Touche Tohmatsu India LLP (DTTILLP). This material (including any information contained in it) is intended to provide general information on a particular subject(s) and is not an exhaustive treatment of such subject(s) or a substitute to obtaining professional services or advice.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None of DTTILLP, Deloitte Touche Tohmatsu Limited, its member firms, or their related entities (collectively, the “Deloitte Network”) is, by means of this material, rendering any kind of investment, legal or other professional advice or services. You should seek specific advice of the relevant professional(s) for these kind of services. This material or information is not intended to be relied upon as the sole basis for any decision which may affect you or your business. Before making any decision or taking any action that might affect your personal finances or business, you should consult a qualified professional adviser.</a:t>
            </a:r>
          </a:p>
          <a:p>
            <a:r>
              <a:rPr lang="en-US" dirty="0"/>
              <a:t>No entity in the Deloitte Network shall be responsible for any loss whatsoever sustained by any person or entity by reason of access to, use of or reliance on, this material. By using this material or any information contained in it, the user accepts this entire notice and terms of use.</a:t>
            </a:r>
          </a:p>
          <a:p>
            <a:r>
              <a:rPr lang="en-US" dirty="0"/>
              <a:t>© 2026  Deloitte Touche Tohmatsu India LLP. Member of Deloitte Touche Tohmatsu Limited</a:t>
            </a:r>
          </a:p>
        </p:txBody>
      </p:sp>
    </p:spTree>
    <p:extLst>
      <p:ext uri="{BB962C8B-B14F-4D97-AF65-F5344CB8AC3E}">
        <p14:creationId xmlns:p14="http://schemas.microsoft.com/office/powerpoint/2010/main" val="975005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47"/>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4_Company Name_vF">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ustom 3">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l">
          <a:defRPr sz="1200" dirty="0"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dventHealth_vF" id="{8E5CB5FE-31FB-4D96-A934-8D36592BE133}" vid="{764B224B-DD8D-49CE-8D23-D60CD9DFD8B5}"/>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eloitte US Color Custom1">
      <a:dk1>
        <a:srgbClr val="000000"/>
      </a:dk1>
      <a:lt1>
        <a:srgbClr val="FFFFFF"/>
      </a:lt1>
      <a:dk2>
        <a:srgbClr val="0E2841"/>
      </a:dk2>
      <a:lt2>
        <a:srgbClr val="E8E8E8"/>
      </a:lt2>
      <a:accent1>
        <a:srgbClr val="4EA72E"/>
      </a:accent1>
      <a:accent2>
        <a:srgbClr val="196B24"/>
      </a:accent2>
      <a:accent3>
        <a:srgbClr val="0F9ED5"/>
      </a:accent3>
      <a:accent4>
        <a:srgbClr val="0E2841"/>
      </a:accent4>
      <a:accent5>
        <a:srgbClr val="0B769F"/>
      </a:accent5>
      <a:accent6>
        <a:srgbClr val="7F7F7F"/>
      </a:accent6>
      <a:hlink>
        <a:srgbClr val="4D94D8"/>
      </a:hlink>
      <a:folHlink>
        <a:srgbClr val="26262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6908BD4516B004588F83DF058126254" ma:contentTypeVersion="17" ma:contentTypeDescription="Create a new document." ma:contentTypeScope="" ma:versionID="99697be4fbab75aa1340b51e89a272a8">
  <xsd:schema xmlns:xsd="http://www.w3.org/2001/XMLSchema" xmlns:xs="http://www.w3.org/2001/XMLSchema" xmlns:p="http://schemas.microsoft.com/office/2006/metadata/properties" xmlns:ns2="05194344-b16b-4cdd-919b-7d2c10957e46" xmlns:ns3="fea8ac73-90e4-432c-b893-d481c4dd49ac" targetNamespace="http://schemas.microsoft.com/office/2006/metadata/properties" ma:root="true" ma:fieldsID="e6f9a6b1a3142959894de749fbf57d58" ns2:_="" ns3:_="">
    <xsd:import namespace="05194344-b16b-4cdd-919b-7d2c10957e46"/>
    <xsd:import namespace="fea8ac73-90e4-432c-b893-d481c4dd49ac"/>
    <xsd:element name="properties">
      <xsd:complexType>
        <xsd:sequence>
          <xsd:element name="documentManagement">
            <xsd:complexType>
              <xsd:all>
                <xsd:element ref="ns2:KXStatus" minOccurs="0"/>
                <xsd:element ref="ns2:KXDocumentID" minOccurs="0"/>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194344-b16b-4cdd-919b-7d2c10957e46" elementFormDefault="qualified">
    <xsd:import namespace="http://schemas.microsoft.com/office/2006/documentManagement/types"/>
    <xsd:import namespace="http://schemas.microsoft.com/office/infopath/2007/PartnerControls"/>
    <xsd:element name="KXStatus" ma:index="8" nillable="true" ma:displayName="KXStatus" ma:format="Dropdown" ma:internalName="KXStatus">
      <xsd:simpleType>
        <xsd:union memberTypes="dms:Text">
          <xsd:simpleType>
            <xsd:restriction base="dms:Choice">
              <xsd:enumeration value="Contributed"/>
              <xsd:enumeration value="Published"/>
              <xsd:enumeration value="Processing by AI"/>
            </xsd:restriction>
          </xsd:simpleType>
        </xsd:union>
      </xsd:simpleType>
    </xsd:element>
    <xsd:element name="KXDocumentID" ma:index="9" nillable="true" ma:displayName="KXDocumentID" ma:format="Dropdown" ma:indexed="true" ma:internalName="KXDocumentID" ma:percentage="FALSE">
      <xsd:simpleType>
        <xsd:restriction base="dms:Number"/>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descriptio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ea8ac73-90e4-432c-b893-d481c4dd49ac"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dec25c0-919b-4fce-add4-9c773df6b989}" ma:internalName="TaxCatchAll" ma:showField="CatchAllData" ma:web="fea8ac73-90e4-432c-b893-d481c4dd49ac">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KXDocumentID xmlns="05194344-b16b-4cdd-919b-7d2c10957e46" xsi:nil="true"/>
    <KXStatus xmlns="05194344-b16b-4cdd-919b-7d2c10957e46" xsi:nil="true"/>
    <lcf76f155ced4ddcb4097134ff3c332f xmlns="05194344-b16b-4cdd-919b-7d2c10957e46">
      <Terms xmlns="http://schemas.microsoft.com/office/infopath/2007/PartnerControls"/>
    </lcf76f155ced4ddcb4097134ff3c332f>
    <TaxCatchAll xmlns="fea8ac73-90e4-432c-b893-d481c4dd49ac" xsi:nil="true"/>
  </documentManagement>
</p:properties>
</file>

<file path=customXml/itemProps1.xml><?xml version="1.0" encoding="utf-8"?>
<ds:datastoreItem xmlns:ds="http://schemas.openxmlformats.org/officeDocument/2006/customXml" ds:itemID="{6D2967C8-4E1E-45EE-9FD3-A35E6DF6E89B}">
  <ds:schemaRefs>
    <ds:schemaRef ds:uri="http://schemas.microsoft.com/sharepoint/v3/contenttype/forms"/>
  </ds:schemaRefs>
</ds:datastoreItem>
</file>

<file path=customXml/itemProps2.xml><?xml version="1.0" encoding="utf-8"?>
<ds:datastoreItem xmlns:ds="http://schemas.openxmlformats.org/officeDocument/2006/customXml" ds:itemID="{3133D5F5-275B-4BFE-AE34-F2659C4B54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194344-b16b-4cdd-919b-7d2c10957e46"/>
    <ds:schemaRef ds:uri="fea8ac73-90e4-432c-b893-d481c4dd49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E75A394-B388-4BF8-82CC-DA424448E3A3}">
  <ds:schemaRefs>
    <ds:schemaRef ds:uri="http://schemas.microsoft.com/office/2006/metadata/properties"/>
    <ds:schemaRef ds:uri="http://schemas.microsoft.com/office/infopath/2007/PartnerControls"/>
    <ds:schemaRef ds:uri="05194344-b16b-4cdd-919b-7d2c10957e46"/>
    <ds:schemaRef ds:uri="fea8ac73-90e4-432c-b893-d481c4dd49ac"/>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TM02836342[[fn=Ion]]</Template>
  <TotalTime>0</TotalTime>
  <Words>1520</Words>
  <Application>Microsoft Office PowerPoint</Application>
  <PresentationFormat>Widescreen</PresentationFormat>
  <Paragraphs>473</Paragraphs>
  <Slides>44</Slides>
  <Notes>5</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7" baseType="lpstr">
      <vt:lpstr>Aptos</vt:lpstr>
      <vt:lpstr>Aptos Narrow</vt:lpstr>
      <vt:lpstr>Arial</vt:lpstr>
      <vt:lpstr>Calibri</vt:lpstr>
      <vt:lpstr>Courier New</vt:lpstr>
      <vt:lpstr>Open Sans</vt:lpstr>
      <vt:lpstr>Proxima Nova</vt:lpstr>
      <vt:lpstr>Segoe UI Symbol</vt:lpstr>
      <vt:lpstr>Verdana</vt:lpstr>
      <vt:lpstr>Wingdings</vt:lpstr>
      <vt:lpstr>Wingdings 2</vt:lpstr>
      <vt:lpstr>4_Company Name_vF</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2026-04-01T08:52:17Z</dcterms:created>
  <dcterms:modified xsi:type="dcterms:W3CDTF">2026-08-21T11:17:30Z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0x01010076908BD4516B004588F83DF058126254</vt:lpwstr>
  </property>
  <property fmtid="{D5CDD505-2E9C-101B-9397-08002B2CF9AE}" pid="3" name="MediaServiceImageTags">
    <vt:lpwstr/>
  </property>
</Properties>
</file>